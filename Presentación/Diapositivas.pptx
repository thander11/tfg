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Exo 2 Bold" charset="1" panose="00000000000000000000"/>
      <p:regular r:id="rId42"/>
    </p:embeddedFont>
    <p:embeddedFont>
      <p:font typeface="Open Sans Bold" charset="1" panose="020B0806030504020204"/>
      <p:regular r:id="rId43"/>
    </p:embeddedFont>
    <p:embeddedFont>
      <p:font typeface="Inter Bold" charset="1" panose="020B0802030000000004"/>
      <p:regular r:id="rId44"/>
    </p:embeddedFont>
    <p:embeddedFont>
      <p:font typeface="Exo 2" charset="1" panose="00000000000000000000"/>
      <p:regular r:id="rId45"/>
    </p:embeddedFont>
    <p:embeddedFont>
      <p:font typeface="Exo 2 Bold Italics" charset="1" panose="00000000000000000000"/>
      <p:regular r:id="rId46"/>
    </p:embeddedFont>
    <p:embeddedFont>
      <p:font typeface="Open Sans" charset="1" panose="020B060603050402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jpe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5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30.jpeg" Type="http://schemas.openxmlformats.org/officeDocument/2006/relationships/image"/><Relationship Id="rId4" Target="../media/image1.png" Type="http://schemas.openxmlformats.org/officeDocument/2006/relationships/image"/><Relationship Id="rId5" Target="../media/image31.pn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1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jpeg" Type="http://schemas.openxmlformats.org/officeDocument/2006/relationships/image"/><Relationship Id="rId6" Target="../media/image2.png" Type="http://schemas.openxmlformats.org/officeDocument/2006/relationships/image"/><Relationship Id="rId7" Target="../media/image3.png" Type="http://schemas.openxmlformats.org/officeDocument/2006/relationships/image"/><Relationship Id="rId8" Target="../media/image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../media/image44.jpeg" Type="http://schemas.openxmlformats.org/officeDocument/2006/relationships/image"/><Relationship Id="rId4" Target="../media/image45.jpe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38959" y="7715250"/>
            <a:ext cx="15345812" cy="3086100"/>
            <a:chOff x="0" y="0"/>
            <a:chExt cx="40416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41696" cy="812800"/>
            </a:xfrm>
            <a:custGeom>
              <a:avLst/>
              <a:gdLst/>
              <a:ahLst/>
              <a:cxnLst/>
              <a:rect r="r" b="b" t="t" l="l"/>
              <a:pathLst>
                <a:path h="812800" w="4041696">
                  <a:moveTo>
                    <a:pt x="25729" y="0"/>
                  </a:moveTo>
                  <a:lnTo>
                    <a:pt x="4015966" y="0"/>
                  </a:lnTo>
                  <a:cubicBezTo>
                    <a:pt x="4030176" y="0"/>
                    <a:pt x="4041696" y="11519"/>
                    <a:pt x="4041696" y="25729"/>
                  </a:cubicBezTo>
                  <a:lnTo>
                    <a:pt x="4041696" y="787071"/>
                  </a:lnTo>
                  <a:cubicBezTo>
                    <a:pt x="4041696" y="801281"/>
                    <a:pt x="4030176" y="812800"/>
                    <a:pt x="4015966" y="812800"/>
                  </a:cubicBezTo>
                  <a:lnTo>
                    <a:pt x="25729" y="812800"/>
                  </a:lnTo>
                  <a:cubicBezTo>
                    <a:pt x="11519" y="812800"/>
                    <a:pt x="0" y="801281"/>
                    <a:pt x="0" y="787071"/>
                  </a:cubicBezTo>
                  <a:lnTo>
                    <a:pt x="0" y="25729"/>
                  </a:lnTo>
                  <a:cubicBezTo>
                    <a:pt x="0" y="11519"/>
                    <a:pt x="11519" y="0"/>
                    <a:pt x="25729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416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9640" y="1039640"/>
            <a:ext cx="12018989" cy="572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 b="tru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ESTUDIO DE VIABILIDAD DE UNA NARIZ ELECTRÓNICA</a:t>
            </a:r>
          </a:p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COMO HERRAMIENTA DE APOYO PARA AGENTES CANINOS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95156">
            <a:off x="13134589" y="2292532"/>
            <a:ext cx="3326830" cy="3326830"/>
          </a:xfrm>
          <a:custGeom>
            <a:avLst/>
            <a:gdLst/>
            <a:ahLst/>
            <a:cxnLst/>
            <a:rect r="r" b="b" t="t" l="l"/>
            <a:pathLst>
              <a:path h="3326830" w="3326830">
                <a:moveTo>
                  <a:pt x="0" y="0"/>
                </a:moveTo>
                <a:lnTo>
                  <a:pt x="3326830" y="0"/>
                </a:lnTo>
                <a:lnTo>
                  <a:pt x="3326830" y="3326830"/>
                </a:lnTo>
                <a:lnTo>
                  <a:pt x="0" y="3326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95156">
            <a:off x="13262225" y="4829946"/>
            <a:ext cx="3326830" cy="3326830"/>
          </a:xfrm>
          <a:custGeom>
            <a:avLst/>
            <a:gdLst/>
            <a:ahLst/>
            <a:cxnLst/>
            <a:rect r="r" b="b" t="t" l="l"/>
            <a:pathLst>
              <a:path h="3326830" w="3326830">
                <a:moveTo>
                  <a:pt x="0" y="0"/>
                </a:moveTo>
                <a:lnTo>
                  <a:pt x="3326830" y="0"/>
                </a:lnTo>
                <a:lnTo>
                  <a:pt x="3326830" y="3326830"/>
                </a:lnTo>
                <a:lnTo>
                  <a:pt x="0" y="3326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1797" y="7700431"/>
            <a:ext cx="10714677" cy="2506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Autor: Raúl Martín-Romo Sánchez</a:t>
            </a:r>
          </a:p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Tutor: Pablo García Rodríguez</a:t>
            </a:r>
          </a:p>
          <a:p>
            <a:pPr algn="l">
              <a:lnSpc>
                <a:spcPts val="6720"/>
              </a:lnSpc>
            </a:pPr>
            <a:r>
              <a:rPr lang="en-US" b="true" sz="48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Co-tutor: Jesús Lozano Rogado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58735" y="6486700"/>
            <a:ext cx="11970529" cy="129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MUCHAS </a:t>
            </a:r>
            <a:r>
              <a:rPr lang="en-US" b="true" sz="36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GRACIAS AL CUERPO CINOLÓGICO DE LA GUARDIA CIVIL POR SU COLABORACIÓN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791030" y="1852327"/>
            <a:ext cx="2705941" cy="4236306"/>
          </a:xfrm>
          <a:custGeom>
            <a:avLst/>
            <a:gdLst/>
            <a:ahLst/>
            <a:cxnLst/>
            <a:rect r="r" b="b" t="t" l="l"/>
            <a:pathLst>
              <a:path h="4236306" w="2705941">
                <a:moveTo>
                  <a:pt x="0" y="0"/>
                </a:moveTo>
                <a:lnTo>
                  <a:pt x="2705940" y="0"/>
                </a:lnTo>
                <a:lnTo>
                  <a:pt x="2705940" y="4236306"/>
                </a:lnTo>
                <a:lnTo>
                  <a:pt x="0" y="4236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060" y="0"/>
            <a:ext cx="6387845" cy="1543050"/>
            <a:chOff x="0" y="0"/>
            <a:chExt cx="168239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82395" cy="406400"/>
            </a:xfrm>
            <a:custGeom>
              <a:avLst/>
              <a:gdLst/>
              <a:ahLst/>
              <a:cxnLst/>
              <a:rect r="r" b="b" t="t" l="l"/>
              <a:pathLst>
                <a:path h="406400" w="1682395">
                  <a:moveTo>
                    <a:pt x="1479195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479195" y="406400"/>
                  </a:lnTo>
                  <a:lnTo>
                    <a:pt x="1682395" y="203200"/>
                  </a:lnTo>
                  <a:lnTo>
                    <a:pt x="1479195" y="0"/>
                  </a:ln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68095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82522" y="1960808"/>
            <a:ext cx="6655372" cy="1328377"/>
            <a:chOff x="0" y="0"/>
            <a:chExt cx="1627106" cy="324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75973" y="1960808"/>
            <a:ext cx="1328377" cy="132837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5973" y="-80969"/>
            <a:ext cx="5244591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ÍNDICE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0326" y="2033335"/>
            <a:ext cx="339671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62361" y="2239699"/>
            <a:ext cx="2886551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Introducción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2522" y="3573163"/>
            <a:ext cx="6655372" cy="1328377"/>
            <a:chOff x="0" y="0"/>
            <a:chExt cx="1627106" cy="3247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5973" y="3573163"/>
            <a:ext cx="1328377" cy="13283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11748" y="3616777"/>
            <a:ext cx="456827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62361" y="3852055"/>
            <a:ext cx="4406424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Alcance y objetivos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82522" y="5187290"/>
            <a:ext cx="6655372" cy="1328377"/>
            <a:chOff x="0" y="0"/>
            <a:chExt cx="1627106" cy="3247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75973" y="5187290"/>
            <a:ext cx="1328377" cy="132837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22756" y="5225390"/>
            <a:ext cx="445819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62361" y="5466182"/>
            <a:ext cx="1581150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E-nose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82522" y="6801417"/>
            <a:ext cx="6655372" cy="1328377"/>
            <a:chOff x="0" y="0"/>
            <a:chExt cx="1627106" cy="3247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5973" y="6801417"/>
            <a:ext cx="1328377" cy="1328377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89733" y="6873945"/>
            <a:ext cx="500858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362361" y="7080309"/>
            <a:ext cx="3760946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Agentes caninos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650548" y="3558706"/>
            <a:ext cx="6655372" cy="1328377"/>
            <a:chOff x="0" y="0"/>
            <a:chExt cx="1627106" cy="3247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4000" y="3558706"/>
            <a:ext cx="1328377" cy="1328377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550290" y="3615856"/>
            <a:ext cx="489850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30388" y="3837598"/>
            <a:ext cx="5114290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Pruebas comparativas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650548" y="1925529"/>
            <a:ext cx="6655372" cy="1328377"/>
            <a:chOff x="0" y="0"/>
            <a:chExt cx="1627106" cy="32476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1925529"/>
            <a:ext cx="1328377" cy="1328377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600612" y="1983599"/>
            <a:ext cx="415154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7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630388" y="2204420"/>
            <a:ext cx="516016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Desarrollo del sistema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650548" y="5187290"/>
            <a:ext cx="6655372" cy="1328377"/>
            <a:chOff x="0" y="0"/>
            <a:chExt cx="1627106" cy="32476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0" y="5187290"/>
            <a:ext cx="1328377" cy="1328377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592356" y="5245361"/>
            <a:ext cx="463903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9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630388" y="5466182"/>
            <a:ext cx="257873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650548" y="6801417"/>
            <a:ext cx="6655372" cy="1328377"/>
            <a:chOff x="0" y="0"/>
            <a:chExt cx="1627106" cy="32476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44000" y="6801417"/>
            <a:ext cx="1328377" cy="1328377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9390283" y="6859488"/>
            <a:ext cx="835812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630388" y="7080309"/>
            <a:ext cx="3041491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Conclusiones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50548" y="8401087"/>
            <a:ext cx="6655372" cy="1328377"/>
            <a:chOff x="0" y="0"/>
            <a:chExt cx="1627106" cy="32476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44000" y="8401087"/>
            <a:ext cx="1328377" cy="1328377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9484636" y="8459158"/>
            <a:ext cx="679343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11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630388" y="8679979"/>
            <a:ext cx="3725386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Futuras mejoras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382522" y="8415545"/>
            <a:ext cx="6655372" cy="1328377"/>
            <a:chOff x="0" y="0"/>
            <a:chExt cx="1627106" cy="32476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75973" y="8415545"/>
            <a:ext cx="1328377" cy="1328377"/>
            <a:chOff x="0" y="0"/>
            <a:chExt cx="812800" cy="8128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323150" y="8459158"/>
            <a:ext cx="434025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5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362361" y="8694436"/>
            <a:ext cx="2901632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9650548" y="292352"/>
            <a:ext cx="6655372" cy="1328377"/>
            <a:chOff x="0" y="0"/>
            <a:chExt cx="1627106" cy="32476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627106" cy="324762"/>
            </a:xfrm>
            <a:custGeom>
              <a:avLst/>
              <a:gdLst/>
              <a:ahLst/>
              <a:cxnLst/>
              <a:rect r="r" b="b" t="t" l="l"/>
              <a:pathLst>
                <a:path h="324762" w="1627106">
                  <a:moveTo>
                    <a:pt x="1423906" y="0"/>
                  </a:moveTo>
                  <a:lnTo>
                    <a:pt x="0" y="0"/>
                  </a:lnTo>
                  <a:lnTo>
                    <a:pt x="0" y="324762"/>
                  </a:lnTo>
                  <a:lnTo>
                    <a:pt x="1423906" y="324762"/>
                  </a:lnTo>
                  <a:lnTo>
                    <a:pt x="1627106" y="162381"/>
                  </a:lnTo>
                  <a:lnTo>
                    <a:pt x="14239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512806" cy="362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144000" y="292352"/>
            <a:ext cx="1328377" cy="1328377"/>
            <a:chOff x="0" y="0"/>
            <a:chExt cx="812800" cy="8128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9576237" y="350422"/>
            <a:ext cx="463903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6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0630388" y="571243"/>
            <a:ext cx="314134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Herramientas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949" y="1913872"/>
            <a:ext cx="4033484" cy="4033484"/>
            <a:chOff x="0" y="0"/>
            <a:chExt cx="13716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23529" t="0" r="-2352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724" y="1913872"/>
            <a:ext cx="4033484" cy="4033484"/>
            <a:chOff x="0" y="0"/>
            <a:chExt cx="13716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27669" t="0" r="-27669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89858" y="6261681"/>
            <a:ext cx="4885218" cy="247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9" b="tru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Nariz</a:t>
            </a:r>
          </a:p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electrónica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74082" y="6261681"/>
            <a:ext cx="4885218" cy="247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9" b="tru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Olfato </a:t>
            </a:r>
          </a:p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canino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539060" y="0"/>
            <a:ext cx="10940284" cy="1695450"/>
            <a:chOff x="0" y="0"/>
            <a:chExt cx="14587045" cy="2260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4435518" cy="2057400"/>
              <a:chOff x="0" y="0"/>
              <a:chExt cx="285146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85146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51460">
                    <a:moveTo>
                      <a:pt x="264826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48260" y="406400"/>
                    </a:lnTo>
                    <a:lnTo>
                      <a:pt x="2851460" y="203200"/>
                    </a:lnTo>
                    <a:lnTo>
                      <a:pt x="2648260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73716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51527" y="203200"/>
              <a:ext cx="14435518" cy="2057400"/>
              <a:chOff x="0" y="0"/>
              <a:chExt cx="2851460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5146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51460">
                    <a:moveTo>
                      <a:pt x="264826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48260" y="406400"/>
                    </a:lnTo>
                    <a:lnTo>
                      <a:pt x="2851460" y="203200"/>
                    </a:lnTo>
                    <a:lnTo>
                      <a:pt x="2648260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73716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5" id="15"/>
          <p:cNvSpPr txBox="true"/>
          <p:nvPr/>
        </p:nvSpPr>
        <p:spPr>
          <a:xfrm rot="0">
            <a:off x="875973" y="-80969"/>
            <a:ext cx="8817792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INTRODUCCIÓN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680372" y="1913872"/>
            <a:ext cx="4033484" cy="4033484"/>
            <a:chOff x="0" y="0"/>
            <a:chExt cx="13716000" cy="1371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-8174" t="0" r="-8174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54505" y="6261681"/>
            <a:ext cx="4885218" cy="247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9" b="tru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Olfato </a:t>
            </a:r>
          </a:p>
          <a:p>
            <a:pPr algn="ctr">
              <a:lnSpc>
                <a:spcPts val="9939"/>
              </a:lnSpc>
              <a:spcBef>
                <a:spcPct val="0"/>
              </a:spcBef>
            </a:pPr>
            <a:r>
              <a:rPr lang="en-US" b="true" sz="70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humano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6630089" cy="1695450"/>
            <a:chOff x="0" y="0"/>
            <a:chExt cx="8840118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2765" y="203200"/>
              <a:ext cx="8667353" cy="2057400"/>
              <a:chOff x="0" y="0"/>
              <a:chExt cx="1712070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120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12070">
                    <a:moveTo>
                      <a:pt x="15088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08870" y="406400"/>
                    </a:lnTo>
                    <a:lnTo>
                      <a:pt x="1712070" y="203200"/>
                    </a:lnTo>
                    <a:lnTo>
                      <a:pt x="150887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5977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8667353" cy="2057400"/>
              <a:chOff x="0" y="0"/>
              <a:chExt cx="1712070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120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12070">
                    <a:moveTo>
                      <a:pt x="15088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08870" y="406400"/>
                    </a:lnTo>
                    <a:lnTo>
                      <a:pt x="1712070" y="203200"/>
                    </a:lnTo>
                    <a:lnTo>
                      <a:pt x="150887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5977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4671074" cy="1695450"/>
            <a:chOff x="0" y="0"/>
            <a:chExt cx="19561431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358231" cy="2057400"/>
              <a:chOff x="0" y="0"/>
              <a:chExt cx="3823848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2384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823848">
                    <a:moveTo>
                      <a:pt x="362064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620648" y="406400"/>
                    </a:lnTo>
                    <a:lnTo>
                      <a:pt x="3823848" y="203200"/>
                    </a:lnTo>
                    <a:lnTo>
                      <a:pt x="3620648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70954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03200" y="203200"/>
              <a:ext cx="19358231" cy="2057400"/>
              <a:chOff x="0" y="0"/>
              <a:chExt cx="3823848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82384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823848">
                    <a:moveTo>
                      <a:pt x="362064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620648" y="406400"/>
                    </a:lnTo>
                    <a:lnTo>
                      <a:pt x="3823848" y="203200"/>
                    </a:lnTo>
                    <a:lnTo>
                      <a:pt x="3620648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70954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14319358" y="5143500"/>
            <a:ext cx="3607413" cy="3607413"/>
          </a:xfrm>
          <a:custGeom>
            <a:avLst/>
            <a:gdLst/>
            <a:ahLst/>
            <a:cxnLst/>
            <a:rect r="r" b="b" t="t" l="l"/>
            <a:pathLst>
              <a:path h="3607413" w="3607413">
                <a:moveTo>
                  <a:pt x="0" y="0"/>
                </a:moveTo>
                <a:lnTo>
                  <a:pt x="3607412" y="0"/>
                </a:lnTo>
                <a:lnTo>
                  <a:pt x="3607412" y="3607413"/>
                </a:lnTo>
                <a:lnTo>
                  <a:pt x="0" y="3607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24285" y="3168859"/>
            <a:ext cx="6517006" cy="6066740"/>
          </a:xfrm>
          <a:custGeom>
            <a:avLst/>
            <a:gdLst/>
            <a:ahLst/>
            <a:cxnLst/>
            <a:rect r="r" b="b" t="t" l="l"/>
            <a:pathLst>
              <a:path h="6066740" w="6517006">
                <a:moveTo>
                  <a:pt x="0" y="0"/>
                </a:moveTo>
                <a:lnTo>
                  <a:pt x="6517006" y="0"/>
                </a:lnTo>
                <a:lnTo>
                  <a:pt x="6517006" y="6066739"/>
                </a:lnTo>
                <a:lnTo>
                  <a:pt x="0" y="6066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22859" y="3168859"/>
            <a:ext cx="5901426" cy="6066740"/>
          </a:xfrm>
          <a:custGeom>
            <a:avLst/>
            <a:gdLst/>
            <a:ahLst/>
            <a:cxnLst/>
            <a:rect r="r" b="b" t="t" l="l"/>
            <a:pathLst>
              <a:path h="6066740" w="5901426">
                <a:moveTo>
                  <a:pt x="0" y="0"/>
                </a:moveTo>
                <a:lnTo>
                  <a:pt x="5901426" y="0"/>
                </a:lnTo>
                <a:lnTo>
                  <a:pt x="5901426" y="6066739"/>
                </a:lnTo>
                <a:lnTo>
                  <a:pt x="0" y="60667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75973" y="-80969"/>
            <a:ext cx="12319760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ALCANCE Y OBJETIVOS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5973" y="1319219"/>
            <a:ext cx="4211392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Objetivos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7876" y="4515152"/>
            <a:ext cx="4211392" cy="2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OBJETIVO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GENERAL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5242" y="4515152"/>
            <a:ext cx="5435091" cy="243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OBJETIVOS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ESPECÍFICOS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6630089" cy="1695450"/>
            <a:chOff x="0" y="0"/>
            <a:chExt cx="8840118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72765" y="203200"/>
              <a:ext cx="8667353" cy="2057400"/>
              <a:chOff x="0" y="0"/>
              <a:chExt cx="1712070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7120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12070">
                    <a:moveTo>
                      <a:pt x="15088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08870" y="406400"/>
                    </a:lnTo>
                    <a:lnTo>
                      <a:pt x="1712070" y="203200"/>
                    </a:lnTo>
                    <a:lnTo>
                      <a:pt x="150887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5977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8667353" cy="2057400"/>
              <a:chOff x="0" y="0"/>
              <a:chExt cx="1712070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120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712070">
                    <a:moveTo>
                      <a:pt x="15088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508870" y="406400"/>
                    </a:lnTo>
                    <a:lnTo>
                      <a:pt x="1712070" y="203200"/>
                    </a:lnTo>
                    <a:lnTo>
                      <a:pt x="150887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5977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4671074" cy="1695450"/>
            <a:chOff x="0" y="0"/>
            <a:chExt cx="19561431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358231" cy="2057400"/>
              <a:chOff x="0" y="0"/>
              <a:chExt cx="3823848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2384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823848">
                    <a:moveTo>
                      <a:pt x="362064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620648" y="406400"/>
                    </a:lnTo>
                    <a:lnTo>
                      <a:pt x="3823848" y="203200"/>
                    </a:lnTo>
                    <a:lnTo>
                      <a:pt x="3620648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70954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03200" y="203200"/>
              <a:ext cx="19358231" cy="2057400"/>
              <a:chOff x="0" y="0"/>
              <a:chExt cx="3823848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82384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823848">
                    <a:moveTo>
                      <a:pt x="362064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620648" y="406400"/>
                    </a:lnTo>
                    <a:lnTo>
                      <a:pt x="3823848" y="203200"/>
                    </a:lnTo>
                    <a:lnTo>
                      <a:pt x="3620648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70954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2120502" y="3307997"/>
            <a:ext cx="604176" cy="60417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20502" y="4492275"/>
            <a:ext cx="604176" cy="6041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20502" y="5676553"/>
            <a:ext cx="604176" cy="60417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051315" y="6861754"/>
            <a:ext cx="742550" cy="742550"/>
          </a:xfrm>
          <a:custGeom>
            <a:avLst/>
            <a:gdLst/>
            <a:ahLst/>
            <a:cxnLst/>
            <a:rect r="r" b="b" t="t" l="l"/>
            <a:pathLst>
              <a:path h="742550" w="742550">
                <a:moveTo>
                  <a:pt x="0" y="0"/>
                </a:moveTo>
                <a:lnTo>
                  <a:pt x="742550" y="0"/>
                </a:lnTo>
                <a:lnTo>
                  <a:pt x="742550" y="742550"/>
                </a:lnTo>
                <a:lnTo>
                  <a:pt x="0" y="74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75973" y="-80969"/>
            <a:ext cx="12319760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ALCANCE Y OBJETIVOS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5973" y="1319219"/>
            <a:ext cx="4211392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Alcance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81669" y="2975545"/>
            <a:ext cx="12499446" cy="93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Investigación y estado del arte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81669" y="4159823"/>
            <a:ext cx="12499446" cy="93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Desarrollo del sistema de detección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81669" y="5344101"/>
            <a:ext cx="12499446" cy="93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Validación y comparativas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81669" y="6667676"/>
            <a:ext cx="14049245" cy="93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Creación o mejora de una nariz electrónica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2051315" y="8274632"/>
            <a:ext cx="742550" cy="742550"/>
          </a:xfrm>
          <a:custGeom>
            <a:avLst/>
            <a:gdLst/>
            <a:ahLst/>
            <a:cxnLst/>
            <a:rect r="r" b="b" t="t" l="l"/>
            <a:pathLst>
              <a:path h="742550" w="742550">
                <a:moveTo>
                  <a:pt x="0" y="0"/>
                </a:moveTo>
                <a:lnTo>
                  <a:pt x="742550" y="0"/>
                </a:lnTo>
                <a:lnTo>
                  <a:pt x="742550" y="742551"/>
                </a:lnTo>
                <a:lnTo>
                  <a:pt x="0" y="74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981669" y="8080554"/>
            <a:ext cx="14049245" cy="936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Detección de varias sustancias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-1095156">
            <a:off x="15044772" y="2509595"/>
            <a:ext cx="2160051" cy="2160051"/>
          </a:xfrm>
          <a:custGeom>
            <a:avLst/>
            <a:gdLst/>
            <a:ahLst/>
            <a:cxnLst/>
            <a:rect r="r" b="b" t="t" l="l"/>
            <a:pathLst>
              <a:path h="2160051" w="2160051">
                <a:moveTo>
                  <a:pt x="0" y="0"/>
                </a:moveTo>
                <a:lnTo>
                  <a:pt x="2160051" y="0"/>
                </a:lnTo>
                <a:lnTo>
                  <a:pt x="2160051" y="2160051"/>
                </a:lnTo>
                <a:lnTo>
                  <a:pt x="0" y="2160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6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9280469" cy="1695450"/>
            <a:chOff x="0" y="0"/>
            <a:chExt cx="12373959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41828" y="203200"/>
              <a:ext cx="12132130" cy="2057400"/>
              <a:chOff x="0" y="0"/>
              <a:chExt cx="2396470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964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96470">
                    <a:moveTo>
                      <a:pt x="21932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193270" y="406400"/>
                    </a:lnTo>
                    <a:lnTo>
                      <a:pt x="2396470" y="203200"/>
                    </a:lnTo>
                    <a:lnTo>
                      <a:pt x="219327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2821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2132130" cy="2057400"/>
              <a:chOff x="0" y="0"/>
              <a:chExt cx="2396470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964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96470">
                    <a:moveTo>
                      <a:pt x="21932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193270" y="406400"/>
                    </a:lnTo>
                    <a:lnTo>
                      <a:pt x="2396470" y="203200"/>
                    </a:lnTo>
                    <a:lnTo>
                      <a:pt x="219327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2821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7483601" cy="1695450"/>
            <a:chOff x="0" y="0"/>
            <a:chExt cx="997813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874484" cy="2057400"/>
              <a:chOff x="0" y="0"/>
              <a:chExt cx="1950515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5051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50515">
                    <a:moveTo>
                      <a:pt x="174731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47315" y="406400"/>
                    </a:lnTo>
                    <a:lnTo>
                      <a:pt x="1950515" y="203200"/>
                    </a:lnTo>
                    <a:lnTo>
                      <a:pt x="1747315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83621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03651" y="203200"/>
              <a:ext cx="9874484" cy="2057400"/>
              <a:chOff x="0" y="0"/>
              <a:chExt cx="1950515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5051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50515">
                    <a:moveTo>
                      <a:pt x="174731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47315" y="406400"/>
                    </a:lnTo>
                    <a:lnTo>
                      <a:pt x="1950515" y="203200"/>
                    </a:lnTo>
                    <a:lnTo>
                      <a:pt x="1747315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3621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875973" y="-80969"/>
            <a:ext cx="5367455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E-NOSES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5973" y="1319219"/>
            <a:ext cx="6659625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Características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10804603" y="4418809"/>
            <a:ext cx="6454697" cy="2178703"/>
          </a:xfrm>
          <a:prstGeom prst="line">
            <a:avLst/>
          </a:prstGeom>
          <a:ln cap="flat" w="123825">
            <a:solidFill>
              <a:srgbClr val="183B4E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6983014" y="4686718"/>
            <a:ext cx="3821589" cy="3821589"/>
            <a:chOff x="0" y="0"/>
            <a:chExt cx="13716000" cy="13716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2"/>
              <a:stretch>
                <a:fillRect l="-27669" t="0" r="-27669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91281" y="6971551"/>
            <a:ext cx="668829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true">
                <a:solidFill>
                  <a:srgbClr val="183B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Detectar múltiples 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83B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compuestos volátiles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6377" y="6981076"/>
            <a:ext cx="5602923" cy="173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183B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Generar patrones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respuesta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53574" y="3221246"/>
            <a:ext cx="10298115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183B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Entregar una salida procesada</a:t>
            </a:r>
          </a:p>
        </p:txBody>
      </p:sp>
      <p:sp>
        <p:nvSpPr>
          <p:cNvPr name="AutoShape 24" id="24"/>
          <p:cNvSpPr/>
          <p:nvPr/>
        </p:nvSpPr>
        <p:spPr>
          <a:xfrm flipH="true" flipV="true">
            <a:off x="1028700" y="4418809"/>
            <a:ext cx="5954314" cy="2178703"/>
          </a:xfrm>
          <a:prstGeom prst="line">
            <a:avLst/>
          </a:prstGeom>
          <a:ln cap="flat" w="123825">
            <a:solidFill>
              <a:srgbClr val="183B4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8893809" y="8508306"/>
            <a:ext cx="0" cy="1229035"/>
          </a:xfrm>
          <a:prstGeom prst="line">
            <a:avLst/>
          </a:prstGeom>
          <a:ln cap="flat" w="123825">
            <a:solidFill>
              <a:srgbClr val="183B4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26" id="26"/>
          <p:cNvSpPr/>
          <p:nvPr/>
        </p:nvSpPr>
        <p:spPr>
          <a:xfrm flipH="false" flipV="false" rot="-4924462">
            <a:off x="10408759" y="265735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104974">
            <a:off x="12252187" y="684846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900"/>
                </a:lnTo>
                <a:lnTo>
                  <a:pt x="0" y="220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7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00993" y="2994249"/>
            <a:ext cx="3685271" cy="1034191"/>
            <a:chOff x="0" y="0"/>
            <a:chExt cx="955730" cy="2682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5730" cy="268205"/>
            </a:xfrm>
            <a:custGeom>
              <a:avLst/>
              <a:gdLst/>
              <a:ahLst/>
              <a:cxnLst/>
              <a:rect r="r" b="b" t="t" l="l"/>
              <a:pathLst>
                <a:path h="268205" w="955730">
                  <a:moveTo>
                    <a:pt x="115543" y="0"/>
                  </a:moveTo>
                  <a:lnTo>
                    <a:pt x="840187" y="0"/>
                  </a:lnTo>
                  <a:cubicBezTo>
                    <a:pt x="870831" y="0"/>
                    <a:pt x="900220" y="12173"/>
                    <a:pt x="921888" y="33842"/>
                  </a:cubicBezTo>
                  <a:cubicBezTo>
                    <a:pt x="943557" y="55510"/>
                    <a:pt x="955730" y="84899"/>
                    <a:pt x="955730" y="115543"/>
                  </a:cubicBezTo>
                  <a:lnTo>
                    <a:pt x="955730" y="152662"/>
                  </a:lnTo>
                  <a:cubicBezTo>
                    <a:pt x="955730" y="216475"/>
                    <a:pt x="904000" y="268205"/>
                    <a:pt x="840187" y="268205"/>
                  </a:cubicBezTo>
                  <a:lnTo>
                    <a:pt x="115543" y="268205"/>
                  </a:lnTo>
                  <a:cubicBezTo>
                    <a:pt x="51730" y="268205"/>
                    <a:pt x="0" y="216475"/>
                    <a:pt x="0" y="152662"/>
                  </a:cubicBezTo>
                  <a:lnTo>
                    <a:pt x="0" y="115543"/>
                  </a:lnTo>
                  <a:cubicBezTo>
                    <a:pt x="0" y="51730"/>
                    <a:pt x="51730" y="0"/>
                    <a:pt x="115543" y="0"/>
                  </a:cubicBezTo>
                  <a:close/>
                </a:path>
              </a:pathLst>
            </a:custGeom>
            <a:solidFill>
              <a:srgbClr val="605D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955730" cy="325355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753"/>
                </a:lnSpc>
              </a:pPr>
              <a:r>
                <a:rPr lang="en-US" b="true" sz="268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Preparar la muestra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65869" y="3511344"/>
            <a:ext cx="3593431" cy="1034191"/>
            <a:chOff x="0" y="0"/>
            <a:chExt cx="931912" cy="2682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1912" cy="268205"/>
            </a:xfrm>
            <a:custGeom>
              <a:avLst/>
              <a:gdLst/>
              <a:ahLst/>
              <a:cxnLst/>
              <a:rect r="r" b="b" t="t" l="l"/>
              <a:pathLst>
                <a:path h="268205" w="931912">
                  <a:moveTo>
                    <a:pt x="118496" y="0"/>
                  </a:moveTo>
                  <a:lnTo>
                    <a:pt x="813417" y="0"/>
                  </a:lnTo>
                  <a:cubicBezTo>
                    <a:pt x="844844" y="0"/>
                    <a:pt x="874983" y="12484"/>
                    <a:pt x="897206" y="34707"/>
                  </a:cubicBezTo>
                  <a:cubicBezTo>
                    <a:pt x="919428" y="56929"/>
                    <a:pt x="931912" y="87069"/>
                    <a:pt x="931912" y="118496"/>
                  </a:cubicBezTo>
                  <a:lnTo>
                    <a:pt x="931912" y="149709"/>
                  </a:lnTo>
                  <a:cubicBezTo>
                    <a:pt x="931912" y="181136"/>
                    <a:pt x="919428" y="211276"/>
                    <a:pt x="897206" y="233498"/>
                  </a:cubicBezTo>
                  <a:cubicBezTo>
                    <a:pt x="874983" y="255721"/>
                    <a:pt x="844844" y="268205"/>
                    <a:pt x="813417" y="268205"/>
                  </a:cubicBezTo>
                  <a:lnTo>
                    <a:pt x="118496" y="268205"/>
                  </a:lnTo>
                  <a:cubicBezTo>
                    <a:pt x="87069" y="268205"/>
                    <a:pt x="56929" y="255721"/>
                    <a:pt x="34707" y="233498"/>
                  </a:cubicBezTo>
                  <a:cubicBezTo>
                    <a:pt x="12484" y="211276"/>
                    <a:pt x="0" y="181136"/>
                    <a:pt x="0" y="149709"/>
                  </a:cubicBezTo>
                  <a:lnTo>
                    <a:pt x="0" y="118496"/>
                  </a:lnTo>
                  <a:cubicBezTo>
                    <a:pt x="0" y="87069"/>
                    <a:pt x="12484" y="56929"/>
                    <a:pt x="34707" y="34707"/>
                  </a:cubicBezTo>
                  <a:cubicBezTo>
                    <a:pt x="56929" y="12484"/>
                    <a:pt x="87069" y="0"/>
                    <a:pt x="118496" y="0"/>
                  </a:cubicBezTo>
                  <a:close/>
                </a:path>
              </a:pathLst>
            </a:custGeom>
            <a:solidFill>
              <a:srgbClr val="0090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31912" cy="325355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753"/>
                </a:lnSpc>
              </a:pPr>
              <a:r>
                <a:rPr lang="en-US" b="true" sz="2681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Aroma procesado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838376" y="6867595"/>
            <a:ext cx="3134137" cy="1161942"/>
            <a:chOff x="0" y="0"/>
            <a:chExt cx="812800" cy="3013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01335"/>
            </a:xfrm>
            <a:custGeom>
              <a:avLst/>
              <a:gdLst/>
              <a:ahLst/>
              <a:cxnLst/>
              <a:rect r="r" b="b" t="t" l="l"/>
              <a:pathLst>
                <a:path h="30133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335"/>
                  </a:lnTo>
                  <a:lnTo>
                    <a:pt x="0" y="301335"/>
                  </a:lnTo>
                  <a:close/>
                </a:path>
              </a:pathLst>
            </a:custGeom>
            <a:solidFill>
              <a:srgbClr val="BAD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12800" cy="358485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753"/>
                </a:lnSpc>
              </a:pPr>
              <a:r>
                <a:rPr lang="en-US" sz="2681" b="true">
                  <a:solidFill>
                    <a:srgbClr val="00000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Generar huella olfativa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0757" y="5067306"/>
            <a:ext cx="6425743" cy="4762521"/>
            <a:chOff x="0" y="0"/>
            <a:chExt cx="1666438" cy="1235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66438" cy="1235101"/>
            </a:xfrm>
            <a:custGeom>
              <a:avLst/>
              <a:gdLst/>
              <a:ahLst/>
              <a:cxnLst/>
              <a:rect r="r" b="b" t="t" l="l"/>
              <a:pathLst>
                <a:path h="1235101" w="1666438">
                  <a:moveTo>
                    <a:pt x="0" y="0"/>
                  </a:moveTo>
                  <a:lnTo>
                    <a:pt x="1666438" y="0"/>
                  </a:lnTo>
                  <a:lnTo>
                    <a:pt x="1666438" y="1235101"/>
                  </a:lnTo>
                  <a:lnTo>
                    <a:pt x="0" y="1235101"/>
                  </a:lnTo>
                  <a:close/>
                </a:path>
              </a:pathLst>
            </a:custGeom>
            <a:ln w="57150" cap="sq">
              <a:solidFill>
                <a:srgbClr val="183B4E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66438" cy="1273201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 marL="0" indent="0" lvl="0">
                <a:lnSpc>
                  <a:spcPts val="259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76560" y="5604555"/>
            <a:ext cx="3134137" cy="1143719"/>
            <a:chOff x="0" y="0"/>
            <a:chExt cx="812800" cy="2966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296609"/>
            </a:xfrm>
            <a:custGeom>
              <a:avLst/>
              <a:gdLst/>
              <a:ahLst/>
              <a:cxnLst/>
              <a:rect r="r" b="b" t="t" l="l"/>
              <a:pathLst>
                <a:path h="2966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E1D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12800" cy="353759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753"/>
                </a:lnSpc>
              </a:pPr>
              <a:r>
                <a:rPr lang="en-US" sz="2681" b="true">
                  <a:solidFill>
                    <a:srgbClr val="00000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Fase de adsorción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4343628" y="4028440"/>
            <a:ext cx="0" cy="1038866"/>
          </a:xfrm>
          <a:prstGeom prst="line">
            <a:avLst/>
          </a:prstGeom>
          <a:ln cap="flat" w="47625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8" id="18"/>
          <p:cNvGrpSpPr/>
          <p:nvPr/>
        </p:nvGrpSpPr>
        <p:grpSpPr>
          <a:xfrm rot="0">
            <a:off x="2776560" y="7918741"/>
            <a:ext cx="3134137" cy="1143719"/>
            <a:chOff x="0" y="0"/>
            <a:chExt cx="812800" cy="2966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96609"/>
            </a:xfrm>
            <a:custGeom>
              <a:avLst/>
              <a:gdLst/>
              <a:ahLst/>
              <a:cxnLst/>
              <a:rect r="r" b="b" t="t" l="l"/>
              <a:pathLst>
                <a:path h="29660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E1D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12800" cy="353759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753"/>
                </a:lnSpc>
              </a:pPr>
              <a:r>
                <a:rPr lang="en-US" sz="2681" b="true">
                  <a:solidFill>
                    <a:srgbClr val="00000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Fase de desorción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2776560" y="6176415"/>
            <a:ext cx="0" cy="2314186"/>
          </a:xfrm>
          <a:prstGeom prst="line">
            <a:avLst/>
          </a:prstGeom>
          <a:ln cap="flat" w="47625">
            <a:solidFill>
              <a:srgbClr val="183B4E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5910697" y="6176415"/>
            <a:ext cx="0" cy="2314186"/>
          </a:xfrm>
          <a:prstGeom prst="line">
            <a:avLst/>
          </a:prstGeom>
          <a:ln cap="flat" w="47625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>
            <a:off x="7556499" y="7448566"/>
            <a:ext cx="1281877" cy="0"/>
          </a:xfrm>
          <a:prstGeom prst="line">
            <a:avLst/>
          </a:prstGeom>
          <a:ln cap="flat" w="47625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3895516" y="6867595"/>
            <a:ext cx="3134137" cy="1161942"/>
            <a:chOff x="0" y="0"/>
            <a:chExt cx="812800" cy="3013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301335"/>
            </a:xfrm>
            <a:custGeom>
              <a:avLst/>
              <a:gdLst/>
              <a:ahLst/>
              <a:cxnLst/>
              <a:rect r="r" b="b" t="t" l="l"/>
              <a:pathLst>
                <a:path h="30133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335"/>
                  </a:lnTo>
                  <a:lnTo>
                    <a:pt x="0" y="301335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2800" cy="358485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753"/>
                </a:lnSpc>
              </a:pPr>
              <a:r>
                <a:rPr lang="en-US" sz="2681" b="true">
                  <a:solidFill>
                    <a:srgbClr val="00000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Procesar datos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1972513" y="7448566"/>
            <a:ext cx="1923003" cy="0"/>
          </a:xfrm>
          <a:prstGeom prst="line">
            <a:avLst/>
          </a:prstGeom>
          <a:ln cap="flat" w="47625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 flipV="true">
            <a:off x="15462585" y="4545536"/>
            <a:ext cx="0" cy="2322059"/>
          </a:xfrm>
          <a:prstGeom prst="line">
            <a:avLst/>
          </a:prstGeom>
          <a:ln cap="flat" w="47625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9" id="29"/>
          <p:cNvSpPr txBox="true"/>
          <p:nvPr/>
        </p:nvSpPr>
        <p:spPr>
          <a:xfrm rot="0">
            <a:off x="2671575" y="6800920"/>
            <a:ext cx="3372698" cy="103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0"/>
              </a:lnSpc>
              <a:spcBef>
                <a:spcPct val="0"/>
              </a:spcBef>
            </a:pPr>
            <a:r>
              <a:rPr lang="en-US" b="true" sz="298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Toma de la muestra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-386660" y="1028700"/>
            <a:ext cx="9280469" cy="1695450"/>
            <a:chOff x="0" y="0"/>
            <a:chExt cx="12373959" cy="22606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241828" y="203200"/>
              <a:ext cx="12132130" cy="2057400"/>
              <a:chOff x="0" y="0"/>
              <a:chExt cx="2396470" cy="406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3964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96470">
                    <a:moveTo>
                      <a:pt x="21932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193270" y="406400"/>
                    </a:lnTo>
                    <a:lnTo>
                      <a:pt x="2396470" y="203200"/>
                    </a:lnTo>
                    <a:lnTo>
                      <a:pt x="219327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2821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0" y="0"/>
              <a:ext cx="12132130" cy="2057400"/>
              <a:chOff x="0" y="0"/>
              <a:chExt cx="2396470" cy="406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39647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96470">
                    <a:moveTo>
                      <a:pt x="219327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193270" y="406400"/>
                    </a:lnTo>
                    <a:lnTo>
                      <a:pt x="2396470" y="203200"/>
                    </a:lnTo>
                    <a:lnTo>
                      <a:pt x="219327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28217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-539060" y="0"/>
            <a:ext cx="7483601" cy="1695450"/>
            <a:chOff x="0" y="0"/>
            <a:chExt cx="9978135" cy="22606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9874484" cy="2057400"/>
              <a:chOff x="0" y="0"/>
              <a:chExt cx="1950515" cy="4064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95051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50515">
                    <a:moveTo>
                      <a:pt x="174731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47315" y="406400"/>
                    </a:lnTo>
                    <a:lnTo>
                      <a:pt x="1950515" y="203200"/>
                    </a:lnTo>
                    <a:lnTo>
                      <a:pt x="1747315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183621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03651" y="203200"/>
              <a:ext cx="9874484" cy="2057400"/>
              <a:chOff x="0" y="0"/>
              <a:chExt cx="1950515" cy="4064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95051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50515">
                    <a:moveTo>
                      <a:pt x="174731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47315" y="406400"/>
                    </a:lnTo>
                    <a:lnTo>
                      <a:pt x="1950515" y="203200"/>
                    </a:lnTo>
                    <a:lnTo>
                      <a:pt x="1747315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83621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44" id="44"/>
          <p:cNvSpPr txBox="true"/>
          <p:nvPr/>
        </p:nvSpPr>
        <p:spPr>
          <a:xfrm rot="0">
            <a:off x="875973" y="-80969"/>
            <a:ext cx="5367455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E-NOSES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75973" y="1319219"/>
            <a:ext cx="6963901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Funcionamiento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3930530">
            <a:off x="12750699" y="348454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3750018">
            <a:off x="10896329" y="942459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900"/>
                </a:lnTo>
                <a:lnTo>
                  <a:pt x="0" y="2208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4151473">
            <a:off x="8913683" y="1596660"/>
            <a:ext cx="2324531" cy="2324531"/>
          </a:xfrm>
          <a:custGeom>
            <a:avLst/>
            <a:gdLst/>
            <a:ahLst/>
            <a:cxnLst/>
            <a:rect r="r" b="b" t="t" l="l"/>
            <a:pathLst>
              <a:path h="2324531" w="2324531">
                <a:moveTo>
                  <a:pt x="0" y="0"/>
                </a:moveTo>
                <a:lnTo>
                  <a:pt x="2324531" y="0"/>
                </a:lnTo>
                <a:lnTo>
                  <a:pt x="2324531" y="2324531"/>
                </a:lnTo>
                <a:lnTo>
                  <a:pt x="0" y="2324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8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3952326" cy="1695450"/>
            <a:chOff x="0" y="0"/>
            <a:chExt cx="18603102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63567" y="203200"/>
              <a:ext cx="18239535" cy="2057400"/>
              <a:chOff x="0" y="0"/>
              <a:chExt cx="3602871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6028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602871">
                    <a:moveTo>
                      <a:pt x="339967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399671" y="406400"/>
                    </a:lnTo>
                    <a:lnTo>
                      <a:pt x="3602871" y="203200"/>
                    </a:lnTo>
                    <a:lnTo>
                      <a:pt x="3399671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48857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8239535" cy="2057400"/>
              <a:chOff x="0" y="0"/>
              <a:chExt cx="3602871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028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602871">
                    <a:moveTo>
                      <a:pt x="339967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399671" y="406400"/>
                    </a:lnTo>
                    <a:lnTo>
                      <a:pt x="3602871" y="203200"/>
                    </a:lnTo>
                    <a:lnTo>
                      <a:pt x="3399671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48857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7483601" cy="1695450"/>
            <a:chOff x="0" y="0"/>
            <a:chExt cx="997813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874484" cy="2057400"/>
              <a:chOff x="0" y="0"/>
              <a:chExt cx="1950515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5051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50515">
                    <a:moveTo>
                      <a:pt x="174731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47315" y="406400"/>
                    </a:lnTo>
                    <a:lnTo>
                      <a:pt x="1950515" y="203200"/>
                    </a:lnTo>
                    <a:lnTo>
                      <a:pt x="1747315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83621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03651" y="203200"/>
              <a:ext cx="9874484" cy="2057400"/>
              <a:chOff x="0" y="0"/>
              <a:chExt cx="1950515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5051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50515">
                    <a:moveTo>
                      <a:pt x="174731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47315" y="406400"/>
                    </a:lnTo>
                    <a:lnTo>
                      <a:pt x="1950515" y="203200"/>
                    </a:lnTo>
                    <a:lnTo>
                      <a:pt x="1747315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83621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16" id="16"/>
          <p:cNvSpPr/>
          <p:nvPr/>
        </p:nvSpPr>
        <p:spPr>
          <a:xfrm>
            <a:off x="9144000" y="3144475"/>
            <a:ext cx="0" cy="6581038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68631" y="3683610"/>
            <a:ext cx="8737244" cy="6041904"/>
          </a:xfrm>
          <a:custGeom>
            <a:avLst/>
            <a:gdLst/>
            <a:ahLst/>
            <a:cxnLst/>
            <a:rect r="r" b="b" t="t" l="l"/>
            <a:pathLst>
              <a:path h="6041904" w="8737244">
                <a:moveTo>
                  <a:pt x="0" y="0"/>
                </a:moveTo>
                <a:lnTo>
                  <a:pt x="8737244" y="0"/>
                </a:lnTo>
                <a:lnTo>
                  <a:pt x="8737244" y="6041904"/>
                </a:lnTo>
                <a:lnTo>
                  <a:pt x="0" y="6041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75973" y="-80969"/>
            <a:ext cx="5367455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E-NOSES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973" y="1319219"/>
            <a:ext cx="11466247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Aplicaciones y limitaciones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383810" y="3683610"/>
            <a:ext cx="8737244" cy="6041904"/>
          </a:xfrm>
          <a:custGeom>
            <a:avLst/>
            <a:gdLst/>
            <a:ahLst/>
            <a:cxnLst/>
            <a:rect r="r" b="b" t="t" l="l"/>
            <a:pathLst>
              <a:path h="6041904" w="8737244">
                <a:moveTo>
                  <a:pt x="0" y="0"/>
                </a:moveTo>
                <a:lnTo>
                  <a:pt x="8737244" y="0"/>
                </a:lnTo>
                <a:lnTo>
                  <a:pt x="8737244" y="6041904"/>
                </a:lnTo>
                <a:lnTo>
                  <a:pt x="0" y="604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660824" y="2780017"/>
            <a:ext cx="3752857" cy="7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Aplicaciones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76004" y="2720612"/>
            <a:ext cx="3752857" cy="7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Limitaciones</a:t>
            </a:r>
          </a:p>
        </p:txBody>
      </p:sp>
      <p:sp>
        <p:nvSpPr>
          <p:cNvPr name="TextBox 23" id="23"/>
          <p:cNvSpPr txBox="true"/>
          <p:nvPr/>
        </p:nvSpPr>
        <p:spPr>
          <a:xfrm rot="-1066929">
            <a:off x="10572840" y="4619108"/>
            <a:ext cx="3722122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Baja sensibilidad</a:t>
            </a:r>
          </a:p>
        </p:txBody>
      </p:sp>
      <p:sp>
        <p:nvSpPr>
          <p:cNvPr name="TextBox 24" id="24"/>
          <p:cNvSpPr txBox="true"/>
          <p:nvPr/>
        </p:nvSpPr>
        <p:spPr>
          <a:xfrm rot="-125265">
            <a:off x="14191422" y="4934591"/>
            <a:ext cx="287244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Dependencia ambiental</a:t>
            </a:r>
          </a:p>
        </p:txBody>
      </p:sp>
      <p:sp>
        <p:nvSpPr>
          <p:cNvPr name="TextBox 25" id="25"/>
          <p:cNvSpPr txBox="true"/>
          <p:nvPr/>
        </p:nvSpPr>
        <p:spPr>
          <a:xfrm rot="-450012">
            <a:off x="10255850" y="6063496"/>
            <a:ext cx="287244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Intoxicación permanente</a:t>
            </a:r>
          </a:p>
        </p:txBody>
      </p:sp>
      <p:sp>
        <p:nvSpPr>
          <p:cNvPr name="TextBox 26" id="26"/>
          <p:cNvSpPr txBox="true"/>
          <p:nvPr/>
        </p:nvSpPr>
        <p:spPr>
          <a:xfrm rot="361748">
            <a:off x="13415972" y="6590262"/>
            <a:ext cx="4635673" cy="169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1"/>
              </a:lnSpc>
              <a:spcBef>
                <a:spcPct val="0"/>
              </a:spcBef>
            </a:pPr>
            <a:r>
              <a:rPr lang="en-US" sz="322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Dependencia de algoritmos de reconocimiento</a:t>
            </a:r>
          </a:p>
        </p:txBody>
      </p:sp>
      <p:sp>
        <p:nvSpPr>
          <p:cNvPr name="TextBox 27" id="27"/>
          <p:cNvSpPr txBox="true"/>
          <p:nvPr/>
        </p:nvSpPr>
        <p:spPr>
          <a:xfrm rot="157766">
            <a:off x="11009387" y="7546160"/>
            <a:ext cx="287244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Falta de estándares</a:t>
            </a:r>
          </a:p>
        </p:txBody>
      </p:sp>
      <p:sp>
        <p:nvSpPr>
          <p:cNvPr name="TextBox 28" id="28"/>
          <p:cNvSpPr txBox="true"/>
          <p:nvPr/>
        </p:nvSpPr>
        <p:spPr>
          <a:xfrm rot="374573">
            <a:off x="4981082" y="4578732"/>
            <a:ext cx="287244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Calidad de alimentos</a:t>
            </a:r>
          </a:p>
        </p:txBody>
      </p:sp>
      <p:sp>
        <p:nvSpPr>
          <p:cNvPr name="TextBox 29" id="29"/>
          <p:cNvSpPr txBox="true"/>
          <p:nvPr/>
        </p:nvSpPr>
        <p:spPr>
          <a:xfrm rot="-716626">
            <a:off x="1956296" y="4270024"/>
            <a:ext cx="287244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Seguridad y defensa</a:t>
            </a:r>
          </a:p>
        </p:txBody>
      </p:sp>
      <p:sp>
        <p:nvSpPr>
          <p:cNvPr name="TextBox 30" id="30"/>
          <p:cNvSpPr txBox="true"/>
          <p:nvPr/>
        </p:nvSpPr>
        <p:spPr>
          <a:xfrm rot="-150960">
            <a:off x="1415086" y="5776498"/>
            <a:ext cx="309696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Detección de enfermedades</a:t>
            </a:r>
          </a:p>
        </p:txBody>
      </p:sp>
      <p:sp>
        <p:nvSpPr>
          <p:cNvPr name="TextBox 31" id="31"/>
          <p:cNvSpPr txBox="true"/>
          <p:nvPr/>
        </p:nvSpPr>
        <p:spPr>
          <a:xfrm rot="374573">
            <a:off x="5156903" y="6063409"/>
            <a:ext cx="287244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Selectividad agrícola</a:t>
            </a:r>
          </a:p>
        </p:txBody>
      </p:sp>
      <p:sp>
        <p:nvSpPr>
          <p:cNvPr name="TextBox 32" id="32"/>
          <p:cNvSpPr txBox="true"/>
          <p:nvPr/>
        </p:nvSpPr>
        <p:spPr>
          <a:xfrm rot="-549145">
            <a:off x="1363286" y="7372844"/>
            <a:ext cx="3096969" cy="121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Estudios científicos</a:t>
            </a:r>
          </a:p>
        </p:txBody>
      </p:sp>
      <p:sp>
        <p:nvSpPr>
          <p:cNvPr name="TextBox 33" id="33"/>
          <p:cNvSpPr txBox="true"/>
          <p:nvPr/>
        </p:nvSpPr>
        <p:spPr>
          <a:xfrm rot="-150960">
            <a:off x="4693481" y="7682015"/>
            <a:ext cx="309696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Calidad del aire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9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49937" y="847725"/>
            <a:ext cx="13645518" cy="9436031"/>
          </a:xfrm>
          <a:custGeom>
            <a:avLst/>
            <a:gdLst/>
            <a:ahLst/>
            <a:cxnLst/>
            <a:rect r="r" b="b" t="t" l="l"/>
            <a:pathLst>
              <a:path h="9436031" w="13645518">
                <a:moveTo>
                  <a:pt x="0" y="0"/>
                </a:moveTo>
                <a:lnTo>
                  <a:pt x="13645518" y="0"/>
                </a:lnTo>
                <a:lnTo>
                  <a:pt x="13645518" y="9436031"/>
                </a:lnTo>
                <a:lnTo>
                  <a:pt x="0" y="9436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9060" y="0"/>
            <a:ext cx="12900192" cy="1695450"/>
            <a:chOff x="0" y="0"/>
            <a:chExt cx="17200256" cy="2260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7021583" cy="2057400"/>
              <a:chOff x="0" y="0"/>
              <a:chExt cx="3362288" cy="406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3622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2288">
                    <a:moveTo>
                      <a:pt x="315908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159088" y="406400"/>
                    </a:lnTo>
                    <a:lnTo>
                      <a:pt x="3362288" y="203200"/>
                    </a:lnTo>
                    <a:lnTo>
                      <a:pt x="3159088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324798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78673" y="203200"/>
              <a:ext cx="17021583" cy="2057400"/>
              <a:chOff x="0" y="0"/>
              <a:chExt cx="3362288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36228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2288">
                    <a:moveTo>
                      <a:pt x="315908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159088" y="406400"/>
                    </a:lnTo>
                    <a:lnTo>
                      <a:pt x="3362288" y="203200"/>
                    </a:lnTo>
                    <a:lnTo>
                      <a:pt x="3159088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324798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12503661" y="4878601"/>
            <a:ext cx="4213224" cy="4213224"/>
            <a:chOff x="0" y="0"/>
            <a:chExt cx="13716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3"/>
              <a:stretch>
                <a:fillRect l="-13795" t="0" r="-1379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75973" y="-80969"/>
            <a:ext cx="10648366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AGENTES CANINOS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4617729">
            <a:off x="8594379" y="7103102"/>
            <a:ext cx="2751911" cy="2751911"/>
          </a:xfrm>
          <a:custGeom>
            <a:avLst/>
            <a:gdLst/>
            <a:ahLst/>
            <a:cxnLst/>
            <a:rect r="r" b="b" t="t" l="l"/>
            <a:pathLst>
              <a:path h="2751911" w="2751911">
                <a:moveTo>
                  <a:pt x="0" y="0"/>
                </a:moveTo>
                <a:lnTo>
                  <a:pt x="2751911" y="0"/>
                </a:lnTo>
                <a:lnTo>
                  <a:pt x="2751911" y="2751911"/>
                </a:lnTo>
                <a:lnTo>
                  <a:pt x="0" y="2751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617729">
            <a:off x="6470018" y="7103102"/>
            <a:ext cx="2751911" cy="2751911"/>
          </a:xfrm>
          <a:custGeom>
            <a:avLst/>
            <a:gdLst/>
            <a:ahLst/>
            <a:cxnLst/>
            <a:rect r="r" b="b" t="t" l="l"/>
            <a:pathLst>
              <a:path h="2751911" w="2751911">
                <a:moveTo>
                  <a:pt x="0" y="0"/>
                </a:moveTo>
                <a:lnTo>
                  <a:pt x="2751911" y="0"/>
                </a:lnTo>
                <a:lnTo>
                  <a:pt x="2751911" y="2751911"/>
                </a:lnTo>
                <a:lnTo>
                  <a:pt x="0" y="2751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617729">
            <a:off x="4063962" y="7260151"/>
            <a:ext cx="2751911" cy="2751911"/>
          </a:xfrm>
          <a:custGeom>
            <a:avLst/>
            <a:gdLst/>
            <a:ahLst/>
            <a:cxnLst/>
            <a:rect r="r" b="b" t="t" l="l"/>
            <a:pathLst>
              <a:path h="2751911" w="2751911">
                <a:moveTo>
                  <a:pt x="0" y="0"/>
                </a:moveTo>
                <a:lnTo>
                  <a:pt x="2751911" y="0"/>
                </a:lnTo>
                <a:lnTo>
                  <a:pt x="2751911" y="2751911"/>
                </a:lnTo>
                <a:lnTo>
                  <a:pt x="0" y="27519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10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-716626">
            <a:off x="3086613" y="5538301"/>
            <a:ext cx="3166817" cy="135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Método tradicional</a:t>
            </a:r>
          </a:p>
        </p:txBody>
      </p:sp>
      <p:sp>
        <p:nvSpPr>
          <p:cNvPr name="TextBox 20" id="20"/>
          <p:cNvSpPr txBox="true"/>
          <p:nvPr/>
        </p:nvSpPr>
        <p:spPr>
          <a:xfrm rot="-716626">
            <a:off x="6354681" y="4755846"/>
            <a:ext cx="3166817" cy="204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Asombrosa capacidad olfativa</a:t>
            </a:r>
          </a:p>
        </p:txBody>
      </p:sp>
      <p:sp>
        <p:nvSpPr>
          <p:cNvPr name="TextBox 21" id="21"/>
          <p:cNvSpPr txBox="true"/>
          <p:nvPr/>
        </p:nvSpPr>
        <p:spPr>
          <a:xfrm rot="-716626">
            <a:off x="5296903" y="1899273"/>
            <a:ext cx="3166817" cy="135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Detección de drogas</a:t>
            </a:r>
          </a:p>
        </p:txBody>
      </p:sp>
      <p:sp>
        <p:nvSpPr>
          <p:cNvPr name="TextBox 22" id="22"/>
          <p:cNvSpPr txBox="true"/>
          <p:nvPr/>
        </p:nvSpPr>
        <p:spPr>
          <a:xfrm rot="442315">
            <a:off x="4046071" y="3716727"/>
            <a:ext cx="3166817" cy="135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Detección de explosivos</a:t>
            </a:r>
          </a:p>
        </p:txBody>
      </p:sp>
      <p:sp>
        <p:nvSpPr>
          <p:cNvPr name="TextBox 23" id="23"/>
          <p:cNvSpPr txBox="true"/>
          <p:nvPr/>
        </p:nvSpPr>
        <p:spPr>
          <a:xfrm rot="-131661">
            <a:off x="9797583" y="2239731"/>
            <a:ext cx="3166817" cy="67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Seguridad</a:t>
            </a:r>
          </a:p>
        </p:txBody>
      </p:sp>
      <p:sp>
        <p:nvSpPr>
          <p:cNvPr name="TextBox 24" id="24"/>
          <p:cNvSpPr txBox="true"/>
          <p:nvPr/>
        </p:nvSpPr>
        <p:spPr>
          <a:xfrm rot="-716626">
            <a:off x="7563057" y="3091858"/>
            <a:ext cx="3166817" cy="673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Rescate</a:t>
            </a:r>
          </a:p>
        </p:txBody>
      </p:sp>
      <p:sp>
        <p:nvSpPr>
          <p:cNvPr name="TextBox 25" id="25"/>
          <p:cNvSpPr txBox="true"/>
          <p:nvPr/>
        </p:nvSpPr>
        <p:spPr>
          <a:xfrm rot="-716626">
            <a:off x="11126286" y="2980467"/>
            <a:ext cx="3166817" cy="135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Entrenan jugando</a:t>
            </a:r>
          </a:p>
        </p:txBody>
      </p:sp>
      <p:sp>
        <p:nvSpPr>
          <p:cNvPr name="TextBox 26" id="26"/>
          <p:cNvSpPr txBox="true"/>
          <p:nvPr/>
        </p:nvSpPr>
        <p:spPr>
          <a:xfrm rot="706405">
            <a:off x="8877622" y="4297235"/>
            <a:ext cx="3166817" cy="1359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2"/>
              </a:lnSpc>
              <a:spcBef>
                <a:spcPct val="0"/>
              </a:spcBef>
            </a:pPr>
            <a:r>
              <a:rPr lang="en-US" b="true" sz="385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Son seres vivos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1634262" cy="1695450"/>
            <a:chOff x="0" y="0"/>
            <a:chExt cx="15512350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03163" y="203200"/>
              <a:ext cx="15209186" cy="2057400"/>
              <a:chOff x="0" y="0"/>
              <a:chExt cx="3004284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00428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004284">
                    <a:moveTo>
                      <a:pt x="2801084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801084" y="406400"/>
                    </a:lnTo>
                    <a:lnTo>
                      <a:pt x="3004284" y="203200"/>
                    </a:lnTo>
                    <a:lnTo>
                      <a:pt x="2801084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88998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5209186" cy="2057400"/>
              <a:chOff x="0" y="0"/>
              <a:chExt cx="3004284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0428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004284">
                    <a:moveTo>
                      <a:pt x="2801084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801084" y="406400"/>
                    </a:lnTo>
                    <a:lnTo>
                      <a:pt x="3004284" y="203200"/>
                    </a:lnTo>
                    <a:lnTo>
                      <a:pt x="2801084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88998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388643" cy="1695450"/>
            <a:chOff x="0" y="0"/>
            <a:chExt cx="1385152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07637" cy="2057400"/>
              <a:chOff x="0" y="0"/>
              <a:chExt cx="270768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887" y="203200"/>
              <a:ext cx="13707637" cy="2057400"/>
              <a:chOff x="0" y="0"/>
              <a:chExt cx="270768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12052191" y="4339607"/>
            <a:ext cx="5525220" cy="3215657"/>
          </a:xfrm>
          <a:custGeom>
            <a:avLst/>
            <a:gdLst/>
            <a:ahLst/>
            <a:cxnLst/>
            <a:rect r="r" b="b" t="t" l="l"/>
            <a:pathLst>
              <a:path h="3215657" w="5525220">
                <a:moveTo>
                  <a:pt x="0" y="0"/>
                </a:moveTo>
                <a:lnTo>
                  <a:pt x="5525219" y="0"/>
                </a:lnTo>
                <a:lnTo>
                  <a:pt x="5525219" y="3215657"/>
                </a:lnTo>
                <a:lnTo>
                  <a:pt x="0" y="32156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5973" y="-80969"/>
            <a:ext cx="841177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973" y="1319219"/>
            <a:ext cx="9347159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Metodología aplicada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67626" y="2628900"/>
            <a:ext cx="4923569" cy="15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Metodología ágil (Scrum y Kanban)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357657" y="3028530"/>
            <a:ext cx="9799656" cy="6776574"/>
          </a:xfrm>
          <a:custGeom>
            <a:avLst/>
            <a:gdLst/>
            <a:ahLst/>
            <a:cxnLst/>
            <a:rect r="r" b="b" t="t" l="l"/>
            <a:pathLst>
              <a:path h="6776574" w="9799656">
                <a:moveTo>
                  <a:pt x="0" y="0"/>
                </a:moveTo>
                <a:lnTo>
                  <a:pt x="9799656" y="0"/>
                </a:lnTo>
                <a:lnTo>
                  <a:pt x="9799656" y="6776574"/>
                </a:lnTo>
                <a:lnTo>
                  <a:pt x="0" y="6776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10107553" y="5947435"/>
            <a:ext cx="1944638" cy="0"/>
          </a:xfrm>
          <a:prstGeom prst="line">
            <a:avLst/>
          </a:prstGeom>
          <a:ln cap="flat" w="209550">
            <a:solidFill>
              <a:srgbClr val="183B4E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1855255" y="3846652"/>
            <a:ext cx="4754440" cy="15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Disponibilidad de recursos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59272" y="5217916"/>
            <a:ext cx="4754440" cy="15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Personas implicadas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975174"/>
            <a:ext cx="4754440" cy="788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Información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7041710"/>
            <a:ext cx="4754440" cy="15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Posibles cambios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55261" y="6962120"/>
            <a:ext cx="4754440" cy="15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Necesidades emergentes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52191" y="7660638"/>
            <a:ext cx="4754440" cy="15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Gran capacidad de adaptación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1095156">
            <a:off x="11956472" y="297832"/>
            <a:ext cx="2265817" cy="2265817"/>
          </a:xfrm>
          <a:custGeom>
            <a:avLst/>
            <a:gdLst/>
            <a:ahLst/>
            <a:cxnLst/>
            <a:rect r="r" b="b" t="t" l="l"/>
            <a:pathLst>
              <a:path h="2265817" w="2265817">
                <a:moveTo>
                  <a:pt x="0" y="0"/>
                </a:moveTo>
                <a:lnTo>
                  <a:pt x="2265817" y="0"/>
                </a:lnTo>
                <a:lnTo>
                  <a:pt x="2265817" y="2265818"/>
                </a:lnTo>
                <a:lnTo>
                  <a:pt x="0" y="22658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11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0236243" cy="1695450"/>
            <a:chOff x="0" y="0"/>
            <a:chExt cx="13648323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6734" y="203200"/>
              <a:ext cx="13381590" cy="2057400"/>
              <a:chOff x="0" y="0"/>
              <a:chExt cx="2643277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4327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643277">
                    <a:moveTo>
                      <a:pt x="2440077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440077" y="406400"/>
                    </a:lnTo>
                    <a:lnTo>
                      <a:pt x="2643277" y="203200"/>
                    </a:lnTo>
                    <a:lnTo>
                      <a:pt x="2440077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52897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3381590" cy="2057400"/>
              <a:chOff x="0" y="0"/>
              <a:chExt cx="2643277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64327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643277">
                    <a:moveTo>
                      <a:pt x="2440077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440077" y="406400"/>
                    </a:lnTo>
                    <a:lnTo>
                      <a:pt x="2643277" y="203200"/>
                    </a:lnTo>
                    <a:lnTo>
                      <a:pt x="2440077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52897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388643" cy="1695450"/>
            <a:chOff x="0" y="0"/>
            <a:chExt cx="1385152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07637" cy="2057400"/>
              <a:chOff x="0" y="0"/>
              <a:chExt cx="270768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887" y="203200"/>
              <a:ext cx="13707637" cy="2057400"/>
              <a:chOff x="0" y="0"/>
              <a:chExt cx="270768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2199160" y="3194456"/>
            <a:ext cx="1328377" cy="132837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4232" y="4873893"/>
            <a:ext cx="4677904" cy="927216"/>
            <a:chOff x="0" y="0"/>
            <a:chExt cx="1232040" cy="2442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2040" cy="244205"/>
            </a:xfrm>
            <a:custGeom>
              <a:avLst/>
              <a:gdLst/>
              <a:ahLst/>
              <a:cxnLst/>
              <a:rect r="r" b="b" t="t" l="l"/>
              <a:pathLst>
                <a:path h="244205" w="1232040">
                  <a:moveTo>
                    <a:pt x="0" y="0"/>
                  </a:moveTo>
                  <a:lnTo>
                    <a:pt x="1232040" y="0"/>
                  </a:lnTo>
                  <a:lnTo>
                    <a:pt x="1232040" y="244205"/>
                  </a:lnTo>
                  <a:lnTo>
                    <a:pt x="0" y="244205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232040" cy="31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Reuniones iniciales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75973" y="-80969"/>
            <a:ext cx="841177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5973" y="1319219"/>
            <a:ext cx="8326604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Fases del proyecto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93513" y="3266983"/>
            <a:ext cx="339671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309976" y="3219506"/>
            <a:ext cx="1328377" cy="132837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05048" y="4898943"/>
            <a:ext cx="4677904" cy="927216"/>
            <a:chOff x="0" y="0"/>
            <a:chExt cx="1232040" cy="2442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32040" cy="244205"/>
            </a:xfrm>
            <a:custGeom>
              <a:avLst/>
              <a:gdLst/>
              <a:ahLst/>
              <a:cxnLst/>
              <a:rect r="r" b="b" t="t" l="l"/>
              <a:pathLst>
                <a:path h="244205" w="1232040">
                  <a:moveTo>
                    <a:pt x="0" y="0"/>
                  </a:moveTo>
                  <a:lnTo>
                    <a:pt x="1232040" y="0"/>
                  </a:lnTo>
                  <a:lnTo>
                    <a:pt x="1232040" y="244205"/>
                  </a:lnTo>
                  <a:lnTo>
                    <a:pt x="0" y="244205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232040" cy="31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Búsqueda de información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745751" y="3292034"/>
            <a:ext cx="456827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2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416629" y="3244556"/>
            <a:ext cx="1328377" cy="1328377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11702" y="4923994"/>
            <a:ext cx="4677904" cy="927216"/>
            <a:chOff x="0" y="0"/>
            <a:chExt cx="1232040" cy="2442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32040" cy="244205"/>
            </a:xfrm>
            <a:custGeom>
              <a:avLst/>
              <a:gdLst/>
              <a:ahLst/>
              <a:cxnLst/>
              <a:rect r="r" b="b" t="t" l="l"/>
              <a:pathLst>
                <a:path h="244205" w="1232040">
                  <a:moveTo>
                    <a:pt x="0" y="0"/>
                  </a:moveTo>
                  <a:lnTo>
                    <a:pt x="1232040" y="0"/>
                  </a:lnTo>
                  <a:lnTo>
                    <a:pt x="1232040" y="244205"/>
                  </a:lnTo>
                  <a:lnTo>
                    <a:pt x="0" y="244205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232040" cy="31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Desarrollo del sistema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857909" y="3317084"/>
            <a:ext cx="445819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3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5435680" y="6651646"/>
            <a:ext cx="1328377" cy="1328377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930752" y="8331084"/>
            <a:ext cx="4677904" cy="927216"/>
            <a:chOff x="0" y="0"/>
            <a:chExt cx="1232040" cy="24420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32040" cy="244205"/>
            </a:xfrm>
            <a:custGeom>
              <a:avLst/>
              <a:gdLst/>
              <a:ahLst/>
              <a:cxnLst/>
              <a:rect r="r" b="b" t="t" l="l"/>
              <a:pathLst>
                <a:path h="244205" w="1232040">
                  <a:moveTo>
                    <a:pt x="0" y="0"/>
                  </a:moveTo>
                  <a:lnTo>
                    <a:pt x="1232040" y="0"/>
                  </a:lnTo>
                  <a:lnTo>
                    <a:pt x="1232040" y="244205"/>
                  </a:lnTo>
                  <a:lnTo>
                    <a:pt x="0" y="244205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232040" cy="31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Pruebas comparativas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5882856" y="6724174"/>
            <a:ext cx="500858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4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529084" y="6651646"/>
            <a:ext cx="1328377" cy="1328377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024156" y="8331084"/>
            <a:ext cx="4677904" cy="927216"/>
            <a:chOff x="0" y="0"/>
            <a:chExt cx="1232040" cy="24420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32040" cy="244205"/>
            </a:xfrm>
            <a:custGeom>
              <a:avLst/>
              <a:gdLst/>
              <a:ahLst/>
              <a:cxnLst/>
              <a:rect r="r" b="b" t="t" l="l"/>
              <a:pathLst>
                <a:path h="244205" w="1232040">
                  <a:moveTo>
                    <a:pt x="0" y="0"/>
                  </a:moveTo>
                  <a:lnTo>
                    <a:pt x="1232040" y="0"/>
                  </a:lnTo>
                  <a:lnTo>
                    <a:pt x="1232040" y="244205"/>
                  </a:lnTo>
                  <a:lnTo>
                    <a:pt x="0" y="244205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232040" cy="310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Redacción final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1942844" y="6724174"/>
            <a:ext cx="434025" cy="1059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  <a:spcBef>
                <a:spcPct val="0"/>
              </a:spcBef>
            </a:pPr>
            <a:r>
              <a:rPr lang="en-US" b="true" sz="6191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5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-1095156">
            <a:off x="11439136" y="160500"/>
            <a:ext cx="2265817" cy="2265817"/>
          </a:xfrm>
          <a:custGeom>
            <a:avLst/>
            <a:gdLst/>
            <a:ahLst/>
            <a:cxnLst/>
            <a:rect r="r" b="b" t="t" l="l"/>
            <a:pathLst>
              <a:path h="2265817" w="2265817">
                <a:moveTo>
                  <a:pt x="0" y="0"/>
                </a:moveTo>
                <a:lnTo>
                  <a:pt x="2265817" y="0"/>
                </a:lnTo>
                <a:lnTo>
                  <a:pt x="2265817" y="2265818"/>
                </a:lnTo>
                <a:lnTo>
                  <a:pt x="0" y="2265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12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7386136" cy="1695450"/>
            <a:chOff x="0" y="0"/>
            <a:chExt cx="9848182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92466" y="203200"/>
              <a:ext cx="9655715" cy="2057400"/>
              <a:chOff x="0" y="0"/>
              <a:chExt cx="1907302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0730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07302">
                    <a:moveTo>
                      <a:pt x="170410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04102" y="406400"/>
                    </a:lnTo>
                    <a:lnTo>
                      <a:pt x="1907302" y="203200"/>
                    </a:lnTo>
                    <a:lnTo>
                      <a:pt x="1704102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79300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9655715" cy="2057400"/>
              <a:chOff x="0" y="0"/>
              <a:chExt cx="1907302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0730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907302">
                    <a:moveTo>
                      <a:pt x="170410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704102" y="406400"/>
                    </a:lnTo>
                    <a:lnTo>
                      <a:pt x="1907302" y="203200"/>
                    </a:lnTo>
                    <a:lnTo>
                      <a:pt x="1704102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79300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388643" cy="1695450"/>
            <a:chOff x="0" y="0"/>
            <a:chExt cx="1385152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07637" cy="2057400"/>
              <a:chOff x="0" y="0"/>
              <a:chExt cx="270768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887" y="203200"/>
              <a:ext cx="13707637" cy="2057400"/>
              <a:chOff x="0" y="0"/>
              <a:chExt cx="270768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403968" y="6540741"/>
            <a:ext cx="492744" cy="49274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885183" y="5845878"/>
            <a:ext cx="2724122" cy="866533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854327" y="7434712"/>
            <a:ext cx="1592026" cy="1592026"/>
          </a:xfrm>
          <a:custGeom>
            <a:avLst/>
            <a:gdLst/>
            <a:ahLst/>
            <a:cxnLst/>
            <a:rect r="r" b="b" t="t" l="l"/>
            <a:pathLst>
              <a:path h="1592026" w="1592026">
                <a:moveTo>
                  <a:pt x="0" y="0"/>
                </a:moveTo>
                <a:lnTo>
                  <a:pt x="1592026" y="0"/>
                </a:lnTo>
                <a:lnTo>
                  <a:pt x="1592026" y="1592026"/>
                </a:lnTo>
                <a:lnTo>
                  <a:pt x="0" y="159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362933" y="5599506"/>
            <a:ext cx="492744" cy="49274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3620217" y="3278591"/>
            <a:ext cx="1978178" cy="1978178"/>
          </a:xfrm>
          <a:custGeom>
            <a:avLst/>
            <a:gdLst/>
            <a:ahLst/>
            <a:cxnLst/>
            <a:rect r="r" b="b" t="t" l="l"/>
            <a:pathLst>
              <a:path h="1978178" w="1978178">
                <a:moveTo>
                  <a:pt x="0" y="0"/>
                </a:moveTo>
                <a:lnTo>
                  <a:pt x="1978178" y="0"/>
                </a:lnTo>
                <a:lnTo>
                  <a:pt x="1978178" y="1978178"/>
                </a:lnTo>
                <a:lnTo>
                  <a:pt x="0" y="1978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773642" y="6120381"/>
            <a:ext cx="492744" cy="49274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920333" y="6787113"/>
            <a:ext cx="2199361" cy="2199361"/>
          </a:xfrm>
          <a:custGeom>
            <a:avLst/>
            <a:gdLst/>
            <a:ahLst/>
            <a:cxnLst/>
            <a:rect r="r" b="b" t="t" l="l"/>
            <a:pathLst>
              <a:path h="2199361" w="2199361">
                <a:moveTo>
                  <a:pt x="0" y="0"/>
                </a:moveTo>
                <a:lnTo>
                  <a:pt x="2199362" y="0"/>
                </a:lnTo>
                <a:lnTo>
                  <a:pt x="2199362" y="2199362"/>
                </a:lnTo>
                <a:lnTo>
                  <a:pt x="0" y="2199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29" id="29"/>
          <p:cNvSpPr/>
          <p:nvPr/>
        </p:nvSpPr>
        <p:spPr>
          <a:xfrm flipH="true" flipV="true">
            <a:off x="4362933" y="5845878"/>
            <a:ext cx="3747536" cy="536259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332307" y="5487560"/>
            <a:ext cx="492744" cy="49274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7773642" y="5733933"/>
            <a:ext cx="3051409" cy="632821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9564868" y="2848508"/>
            <a:ext cx="2251275" cy="2251275"/>
          </a:xfrm>
          <a:custGeom>
            <a:avLst/>
            <a:gdLst/>
            <a:ahLst/>
            <a:cxnLst/>
            <a:rect r="r" b="b" t="t" l="l"/>
            <a:pathLst>
              <a:path h="2251275" w="2251275">
                <a:moveTo>
                  <a:pt x="0" y="0"/>
                </a:moveTo>
                <a:lnTo>
                  <a:pt x="2251275" y="0"/>
                </a:lnTo>
                <a:lnTo>
                  <a:pt x="2251275" y="2251275"/>
                </a:lnTo>
                <a:lnTo>
                  <a:pt x="0" y="2251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3539399" y="6135765"/>
            <a:ext cx="492744" cy="49274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0332307" y="5733933"/>
            <a:ext cx="3699836" cy="648205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39" id="39"/>
          <p:cNvGraphicFramePr>
            <a:graphicFrameLocks noGrp="true"/>
          </p:cNvGraphicFramePr>
          <p:nvPr/>
        </p:nvGraphicFramePr>
        <p:xfrm>
          <a:off x="14388549" y="5980305"/>
          <a:ext cx="3092985" cy="3281476"/>
        </p:xfrm>
        <a:graphic>
          <a:graphicData uri="http://schemas.openxmlformats.org/drawingml/2006/table">
            <a:tbl>
              <a:tblPr/>
              <a:tblGrid>
                <a:gridCol w="1030995"/>
                <a:gridCol w="1097500"/>
                <a:gridCol w="964490"/>
              </a:tblGrid>
              <a:tr h="820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B4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6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B4E"/>
                    </a:solidFill>
                  </a:tcPr>
                </a:tc>
              </a:tr>
              <a:tr h="820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03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8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83B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0" id="40"/>
          <p:cNvSpPr txBox="true"/>
          <p:nvPr/>
        </p:nvSpPr>
        <p:spPr>
          <a:xfrm rot="0">
            <a:off x="875973" y="-80969"/>
            <a:ext cx="841177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5973" y="1319219"/>
            <a:ext cx="5248264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Git y GitHub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30792" y="4662118"/>
            <a:ext cx="2239097" cy="1720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Control de versiones con Git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49122" y="6464541"/>
            <a:ext cx="2520367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Repositorio en GitHub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759830" y="4533168"/>
            <a:ext cx="2520367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GitHub Descktop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18496" y="6176934"/>
            <a:ext cx="2520367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GitHub Projets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89439" y="5165311"/>
            <a:ext cx="3445603" cy="5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Tablero Kanban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-1095156">
            <a:off x="11235654" y="137179"/>
            <a:ext cx="2630780" cy="2630780"/>
          </a:xfrm>
          <a:custGeom>
            <a:avLst/>
            <a:gdLst/>
            <a:ahLst/>
            <a:cxnLst/>
            <a:rect r="r" b="b" t="t" l="l"/>
            <a:pathLst>
              <a:path h="2630780" w="2630780">
                <a:moveTo>
                  <a:pt x="0" y="0"/>
                </a:moveTo>
                <a:lnTo>
                  <a:pt x="2630781" y="0"/>
                </a:lnTo>
                <a:lnTo>
                  <a:pt x="2630781" y="2630780"/>
                </a:lnTo>
                <a:lnTo>
                  <a:pt x="0" y="26307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13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8948094" cy="1695450"/>
            <a:chOff x="0" y="0"/>
            <a:chExt cx="11930791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33168" y="203200"/>
              <a:ext cx="11697624" cy="2057400"/>
              <a:chOff x="0" y="0"/>
              <a:chExt cx="2310642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1064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10642">
                    <a:moveTo>
                      <a:pt x="21074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107442" y="406400"/>
                    </a:lnTo>
                    <a:lnTo>
                      <a:pt x="2310642" y="203200"/>
                    </a:lnTo>
                    <a:lnTo>
                      <a:pt x="2107442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19634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1697624" cy="2057400"/>
              <a:chOff x="0" y="0"/>
              <a:chExt cx="2310642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1064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310642">
                    <a:moveTo>
                      <a:pt x="21074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107442" y="406400"/>
                    </a:lnTo>
                    <a:lnTo>
                      <a:pt x="2310642" y="203200"/>
                    </a:lnTo>
                    <a:lnTo>
                      <a:pt x="2107442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9634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388643" cy="1695450"/>
            <a:chOff x="0" y="0"/>
            <a:chExt cx="1385152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07637" cy="2057400"/>
              <a:chOff x="0" y="0"/>
              <a:chExt cx="270768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887" y="203200"/>
              <a:ext cx="13707637" cy="2057400"/>
              <a:chOff x="0" y="0"/>
              <a:chExt cx="270768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581005" y="3372954"/>
            <a:ext cx="17259300" cy="6256496"/>
          </a:xfrm>
          <a:custGeom>
            <a:avLst/>
            <a:gdLst/>
            <a:ahLst/>
            <a:cxnLst/>
            <a:rect r="r" b="b" t="t" l="l"/>
            <a:pathLst>
              <a:path h="6256496" w="17259300">
                <a:moveTo>
                  <a:pt x="0" y="0"/>
                </a:moveTo>
                <a:lnTo>
                  <a:pt x="17259300" y="0"/>
                </a:lnTo>
                <a:lnTo>
                  <a:pt x="17259300" y="6256496"/>
                </a:lnTo>
                <a:lnTo>
                  <a:pt x="0" y="6256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5973" y="-80969"/>
            <a:ext cx="841177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973" y="1319219"/>
            <a:ext cx="6899761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Tablero Kanban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4924462">
            <a:off x="10577888" y="137776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104974">
            <a:off x="12421316" y="556887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900"/>
                </a:lnTo>
                <a:lnTo>
                  <a:pt x="0" y="220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7813933" cy="1695450"/>
            <a:chOff x="0" y="0"/>
            <a:chExt cx="10418578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03614" y="203200"/>
              <a:ext cx="10214964" cy="2057400"/>
              <a:chOff x="0" y="0"/>
              <a:chExt cx="2017771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0177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017771">
                    <a:moveTo>
                      <a:pt x="181457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814571" y="406400"/>
                    </a:lnTo>
                    <a:lnTo>
                      <a:pt x="2017771" y="203200"/>
                    </a:lnTo>
                    <a:lnTo>
                      <a:pt x="1814571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90347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0214964" cy="2057400"/>
              <a:chOff x="0" y="0"/>
              <a:chExt cx="2017771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01777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017771">
                    <a:moveTo>
                      <a:pt x="181457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1814571" y="406400"/>
                    </a:lnTo>
                    <a:lnTo>
                      <a:pt x="2017771" y="203200"/>
                    </a:lnTo>
                    <a:lnTo>
                      <a:pt x="1814571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90347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388643" cy="1695450"/>
            <a:chOff x="0" y="0"/>
            <a:chExt cx="1385152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07637" cy="2057400"/>
              <a:chOff x="0" y="0"/>
              <a:chExt cx="270768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887" y="203200"/>
              <a:ext cx="13707637" cy="2057400"/>
              <a:chOff x="0" y="0"/>
              <a:chExt cx="270768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875973" y="-80969"/>
            <a:ext cx="841177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5973" y="1319219"/>
            <a:ext cx="5556676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Planificación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03680" y="4126481"/>
            <a:ext cx="5003644" cy="108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4"/>
              </a:lnSpc>
              <a:spcBef>
                <a:spcPct val="0"/>
              </a:spcBef>
            </a:pPr>
            <a:r>
              <a:rPr lang="en-US" b="true" sz="6303">
                <a:solidFill>
                  <a:srgbClr val="0CF7D8"/>
                </a:solidFill>
                <a:latin typeface="Exo 2 Bold"/>
                <a:ea typeface="Exo 2 Bold"/>
                <a:cs typeface="Exo 2 Bold"/>
                <a:sym typeface="Exo 2 Bold"/>
              </a:rPr>
              <a:t>Planificación</a:t>
            </a:r>
            <a:r>
              <a:rPr lang="en-US" b="true" sz="6303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8285" y="4135258"/>
            <a:ext cx="495765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300">
                <a:solidFill>
                  <a:srgbClr val="0CF7D8"/>
                </a:solidFill>
                <a:latin typeface="Exo 2 Bold"/>
                <a:ea typeface="Exo 2 Bold"/>
                <a:cs typeface="Exo 2 Bold"/>
                <a:sym typeface="Exo 2 Bold"/>
              </a:rPr>
              <a:t>Planificación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8285" y="5610844"/>
            <a:ext cx="495765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300">
                <a:solidFill>
                  <a:srgbClr val="0CF7D8"/>
                </a:solidFill>
                <a:latin typeface="Exo 2 Bold"/>
                <a:ea typeface="Exo 2 Bold"/>
                <a:cs typeface="Exo 2 Bold"/>
                <a:sym typeface="Exo 2 Bold"/>
              </a:rPr>
              <a:t>Real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76434" y="5610844"/>
            <a:ext cx="4957654" cy="108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19"/>
              </a:lnSpc>
              <a:spcBef>
                <a:spcPct val="0"/>
              </a:spcBef>
            </a:pPr>
            <a:r>
              <a:rPr lang="en-US" b="true" sz="6300">
                <a:solidFill>
                  <a:srgbClr val="0CF7D8"/>
                </a:solidFill>
                <a:latin typeface="Exo 2 Bold"/>
                <a:ea typeface="Exo 2 Bold"/>
                <a:cs typeface="Exo 2 Bold"/>
                <a:sym typeface="Exo 2 Bold"/>
              </a:rPr>
              <a:t>Inicial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-1095156">
            <a:off x="10940526" y="345805"/>
            <a:ext cx="2630780" cy="2630780"/>
          </a:xfrm>
          <a:custGeom>
            <a:avLst/>
            <a:gdLst/>
            <a:ahLst/>
            <a:cxnLst/>
            <a:rect r="r" b="b" t="t" l="l"/>
            <a:pathLst>
              <a:path h="2630780" w="2630780">
                <a:moveTo>
                  <a:pt x="0" y="0"/>
                </a:moveTo>
                <a:lnTo>
                  <a:pt x="2630781" y="0"/>
                </a:lnTo>
                <a:lnTo>
                  <a:pt x="2630781" y="2630781"/>
                </a:lnTo>
                <a:lnTo>
                  <a:pt x="0" y="2630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849587">
            <a:off x="14515188" y="7510440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9" y="0"/>
                </a:lnTo>
                <a:lnTo>
                  <a:pt x="2190759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3354928">
            <a:off x="2038808" y="7537001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9" y="0"/>
                </a:lnTo>
                <a:lnTo>
                  <a:pt x="2190759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73463" y="3270001"/>
            <a:ext cx="1838838" cy="1205556"/>
            <a:chOff x="0" y="0"/>
            <a:chExt cx="424604" cy="2783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604" cy="278374"/>
            </a:xfrm>
            <a:custGeom>
              <a:avLst/>
              <a:gdLst/>
              <a:ahLst/>
              <a:cxnLst/>
              <a:rect r="r" b="b" t="t" l="l"/>
              <a:pathLst>
                <a:path h="278374" w="424604">
                  <a:moveTo>
                    <a:pt x="46312" y="0"/>
                  </a:moveTo>
                  <a:lnTo>
                    <a:pt x="378292" y="0"/>
                  </a:lnTo>
                  <a:cubicBezTo>
                    <a:pt x="390575" y="0"/>
                    <a:pt x="402355" y="4879"/>
                    <a:pt x="411040" y="13565"/>
                  </a:cubicBezTo>
                  <a:cubicBezTo>
                    <a:pt x="419725" y="22250"/>
                    <a:pt x="424604" y="34030"/>
                    <a:pt x="424604" y="46312"/>
                  </a:cubicBezTo>
                  <a:lnTo>
                    <a:pt x="424604" y="232061"/>
                  </a:lnTo>
                  <a:cubicBezTo>
                    <a:pt x="424604" y="244344"/>
                    <a:pt x="419725" y="256124"/>
                    <a:pt x="411040" y="264809"/>
                  </a:cubicBezTo>
                  <a:cubicBezTo>
                    <a:pt x="402355" y="273495"/>
                    <a:pt x="390575" y="278374"/>
                    <a:pt x="378292" y="278374"/>
                  </a:cubicBezTo>
                  <a:lnTo>
                    <a:pt x="46312" y="278374"/>
                  </a:lnTo>
                  <a:cubicBezTo>
                    <a:pt x="34030" y="278374"/>
                    <a:pt x="22250" y="273495"/>
                    <a:pt x="13565" y="264809"/>
                  </a:cubicBezTo>
                  <a:cubicBezTo>
                    <a:pt x="4879" y="256124"/>
                    <a:pt x="0" y="244344"/>
                    <a:pt x="0" y="232061"/>
                  </a:cubicBezTo>
                  <a:lnTo>
                    <a:pt x="0" y="46312"/>
                  </a:lnTo>
                  <a:cubicBezTo>
                    <a:pt x="0" y="34030"/>
                    <a:pt x="4879" y="22250"/>
                    <a:pt x="13565" y="13565"/>
                  </a:cubicBezTo>
                  <a:cubicBezTo>
                    <a:pt x="22250" y="4879"/>
                    <a:pt x="34030" y="0"/>
                    <a:pt x="46312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4604" cy="33552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31929" y="3270001"/>
            <a:ext cx="11339308" cy="1205556"/>
            <a:chOff x="0" y="0"/>
            <a:chExt cx="2618350" cy="278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510" y="0"/>
                  </a:moveTo>
                  <a:lnTo>
                    <a:pt x="2610840" y="0"/>
                  </a:lnTo>
                  <a:cubicBezTo>
                    <a:pt x="2614988" y="0"/>
                    <a:pt x="2618350" y="3362"/>
                    <a:pt x="2618350" y="7510"/>
                  </a:cubicBezTo>
                  <a:lnTo>
                    <a:pt x="2618350" y="270864"/>
                  </a:lnTo>
                  <a:cubicBezTo>
                    <a:pt x="2618350" y="272856"/>
                    <a:pt x="2617559" y="274766"/>
                    <a:pt x="2616150" y="276174"/>
                  </a:cubicBezTo>
                  <a:cubicBezTo>
                    <a:pt x="2614742" y="277583"/>
                    <a:pt x="2612832" y="278374"/>
                    <a:pt x="2610840" y="278374"/>
                  </a:cubicBezTo>
                  <a:lnTo>
                    <a:pt x="7510" y="278374"/>
                  </a:lnTo>
                  <a:cubicBezTo>
                    <a:pt x="5518" y="278374"/>
                    <a:pt x="3608" y="277583"/>
                    <a:pt x="2200" y="276174"/>
                  </a:cubicBezTo>
                  <a:cubicBezTo>
                    <a:pt x="791" y="274766"/>
                    <a:pt x="0" y="272856"/>
                    <a:pt x="0" y="270864"/>
                  </a:cubicBezTo>
                  <a:lnTo>
                    <a:pt x="0" y="7510"/>
                  </a:lnTo>
                  <a:cubicBezTo>
                    <a:pt x="0" y="5518"/>
                    <a:pt x="791" y="3608"/>
                    <a:pt x="2200" y="2200"/>
                  </a:cubicBezTo>
                  <a:cubicBezTo>
                    <a:pt x="3608" y="791"/>
                    <a:pt x="5518" y="0"/>
                    <a:pt x="7510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73463" y="4649616"/>
            <a:ext cx="1838838" cy="1205556"/>
            <a:chOff x="0" y="0"/>
            <a:chExt cx="424604" cy="2783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604" cy="278374"/>
            </a:xfrm>
            <a:custGeom>
              <a:avLst/>
              <a:gdLst/>
              <a:ahLst/>
              <a:cxnLst/>
              <a:rect r="r" b="b" t="t" l="l"/>
              <a:pathLst>
                <a:path h="278374" w="424604">
                  <a:moveTo>
                    <a:pt x="46312" y="0"/>
                  </a:moveTo>
                  <a:lnTo>
                    <a:pt x="378292" y="0"/>
                  </a:lnTo>
                  <a:cubicBezTo>
                    <a:pt x="390575" y="0"/>
                    <a:pt x="402355" y="4879"/>
                    <a:pt x="411040" y="13565"/>
                  </a:cubicBezTo>
                  <a:cubicBezTo>
                    <a:pt x="419725" y="22250"/>
                    <a:pt x="424604" y="34030"/>
                    <a:pt x="424604" y="46312"/>
                  </a:cubicBezTo>
                  <a:lnTo>
                    <a:pt x="424604" y="232061"/>
                  </a:lnTo>
                  <a:cubicBezTo>
                    <a:pt x="424604" y="244344"/>
                    <a:pt x="419725" y="256124"/>
                    <a:pt x="411040" y="264809"/>
                  </a:cubicBezTo>
                  <a:cubicBezTo>
                    <a:pt x="402355" y="273495"/>
                    <a:pt x="390575" y="278374"/>
                    <a:pt x="378292" y="278374"/>
                  </a:cubicBezTo>
                  <a:lnTo>
                    <a:pt x="46312" y="278374"/>
                  </a:lnTo>
                  <a:cubicBezTo>
                    <a:pt x="34030" y="278374"/>
                    <a:pt x="22250" y="273495"/>
                    <a:pt x="13565" y="264809"/>
                  </a:cubicBezTo>
                  <a:cubicBezTo>
                    <a:pt x="4879" y="256124"/>
                    <a:pt x="0" y="244344"/>
                    <a:pt x="0" y="232061"/>
                  </a:cubicBezTo>
                  <a:lnTo>
                    <a:pt x="0" y="46312"/>
                  </a:lnTo>
                  <a:cubicBezTo>
                    <a:pt x="0" y="34030"/>
                    <a:pt x="4879" y="22250"/>
                    <a:pt x="13565" y="13565"/>
                  </a:cubicBezTo>
                  <a:cubicBezTo>
                    <a:pt x="22250" y="4879"/>
                    <a:pt x="34030" y="0"/>
                    <a:pt x="46312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4604" cy="33552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31929" y="4649616"/>
            <a:ext cx="11339308" cy="1205556"/>
            <a:chOff x="0" y="0"/>
            <a:chExt cx="2618350" cy="278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510" y="0"/>
                  </a:moveTo>
                  <a:lnTo>
                    <a:pt x="2610840" y="0"/>
                  </a:lnTo>
                  <a:cubicBezTo>
                    <a:pt x="2614988" y="0"/>
                    <a:pt x="2618350" y="3362"/>
                    <a:pt x="2618350" y="7510"/>
                  </a:cubicBezTo>
                  <a:lnTo>
                    <a:pt x="2618350" y="270864"/>
                  </a:lnTo>
                  <a:cubicBezTo>
                    <a:pt x="2618350" y="272856"/>
                    <a:pt x="2617559" y="274766"/>
                    <a:pt x="2616150" y="276174"/>
                  </a:cubicBezTo>
                  <a:cubicBezTo>
                    <a:pt x="2614742" y="277583"/>
                    <a:pt x="2612832" y="278374"/>
                    <a:pt x="2610840" y="278374"/>
                  </a:cubicBezTo>
                  <a:lnTo>
                    <a:pt x="7510" y="278374"/>
                  </a:lnTo>
                  <a:cubicBezTo>
                    <a:pt x="5518" y="278374"/>
                    <a:pt x="3608" y="277583"/>
                    <a:pt x="2200" y="276174"/>
                  </a:cubicBezTo>
                  <a:cubicBezTo>
                    <a:pt x="791" y="274766"/>
                    <a:pt x="0" y="272856"/>
                    <a:pt x="0" y="270864"/>
                  </a:cubicBezTo>
                  <a:lnTo>
                    <a:pt x="0" y="7510"/>
                  </a:lnTo>
                  <a:cubicBezTo>
                    <a:pt x="0" y="5518"/>
                    <a:pt x="791" y="3608"/>
                    <a:pt x="2200" y="2200"/>
                  </a:cubicBezTo>
                  <a:cubicBezTo>
                    <a:pt x="3608" y="791"/>
                    <a:pt x="5518" y="0"/>
                    <a:pt x="7510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73463" y="6029231"/>
            <a:ext cx="1838838" cy="1215905"/>
            <a:chOff x="0" y="0"/>
            <a:chExt cx="424604" cy="2807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604" cy="280764"/>
            </a:xfrm>
            <a:custGeom>
              <a:avLst/>
              <a:gdLst/>
              <a:ahLst/>
              <a:cxnLst/>
              <a:rect r="r" b="b" t="t" l="l"/>
              <a:pathLst>
                <a:path h="280764" w="424604">
                  <a:moveTo>
                    <a:pt x="46312" y="0"/>
                  </a:moveTo>
                  <a:lnTo>
                    <a:pt x="378292" y="0"/>
                  </a:lnTo>
                  <a:cubicBezTo>
                    <a:pt x="390575" y="0"/>
                    <a:pt x="402355" y="4879"/>
                    <a:pt x="411040" y="13565"/>
                  </a:cubicBezTo>
                  <a:cubicBezTo>
                    <a:pt x="419725" y="22250"/>
                    <a:pt x="424604" y="34030"/>
                    <a:pt x="424604" y="46312"/>
                  </a:cubicBezTo>
                  <a:lnTo>
                    <a:pt x="424604" y="234451"/>
                  </a:lnTo>
                  <a:cubicBezTo>
                    <a:pt x="424604" y="246734"/>
                    <a:pt x="419725" y="258514"/>
                    <a:pt x="411040" y="267199"/>
                  </a:cubicBezTo>
                  <a:cubicBezTo>
                    <a:pt x="402355" y="275884"/>
                    <a:pt x="390575" y="280764"/>
                    <a:pt x="378292" y="280764"/>
                  </a:cubicBezTo>
                  <a:lnTo>
                    <a:pt x="46312" y="280764"/>
                  </a:lnTo>
                  <a:cubicBezTo>
                    <a:pt x="20735" y="280764"/>
                    <a:pt x="0" y="260029"/>
                    <a:pt x="0" y="234451"/>
                  </a:cubicBezTo>
                  <a:lnTo>
                    <a:pt x="0" y="46312"/>
                  </a:lnTo>
                  <a:cubicBezTo>
                    <a:pt x="0" y="34030"/>
                    <a:pt x="4879" y="22250"/>
                    <a:pt x="13565" y="13565"/>
                  </a:cubicBezTo>
                  <a:cubicBezTo>
                    <a:pt x="22250" y="4879"/>
                    <a:pt x="34030" y="0"/>
                    <a:pt x="46312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604" cy="33791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31929" y="6029231"/>
            <a:ext cx="11339308" cy="1205556"/>
            <a:chOff x="0" y="0"/>
            <a:chExt cx="2618350" cy="278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510" y="0"/>
                  </a:moveTo>
                  <a:lnTo>
                    <a:pt x="2610840" y="0"/>
                  </a:lnTo>
                  <a:cubicBezTo>
                    <a:pt x="2614988" y="0"/>
                    <a:pt x="2618350" y="3362"/>
                    <a:pt x="2618350" y="7510"/>
                  </a:cubicBezTo>
                  <a:lnTo>
                    <a:pt x="2618350" y="270864"/>
                  </a:lnTo>
                  <a:cubicBezTo>
                    <a:pt x="2618350" y="272856"/>
                    <a:pt x="2617559" y="274766"/>
                    <a:pt x="2616150" y="276174"/>
                  </a:cubicBezTo>
                  <a:cubicBezTo>
                    <a:pt x="2614742" y="277583"/>
                    <a:pt x="2612832" y="278374"/>
                    <a:pt x="2610840" y="278374"/>
                  </a:cubicBezTo>
                  <a:lnTo>
                    <a:pt x="7510" y="278374"/>
                  </a:lnTo>
                  <a:cubicBezTo>
                    <a:pt x="5518" y="278374"/>
                    <a:pt x="3608" y="277583"/>
                    <a:pt x="2200" y="276174"/>
                  </a:cubicBezTo>
                  <a:cubicBezTo>
                    <a:pt x="791" y="274766"/>
                    <a:pt x="0" y="272856"/>
                    <a:pt x="0" y="270864"/>
                  </a:cubicBezTo>
                  <a:lnTo>
                    <a:pt x="0" y="7510"/>
                  </a:lnTo>
                  <a:cubicBezTo>
                    <a:pt x="0" y="5518"/>
                    <a:pt x="791" y="3608"/>
                    <a:pt x="2200" y="2200"/>
                  </a:cubicBezTo>
                  <a:cubicBezTo>
                    <a:pt x="3608" y="791"/>
                    <a:pt x="5518" y="0"/>
                    <a:pt x="7510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73463" y="7408847"/>
            <a:ext cx="1838838" cy="1215905"/>
            <a:chOff x="0" y="0"/>
            <a:chExt cx="424604" cy="2807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4604" cy="280764"/>
            </a:xfrm>
            <a:custGeom>
              <a:avLst/>
              <a:gdLst/>
              <a:ahLst/>
              <a:cxnLst/>
              <a:rect r="r" b="b" t="t" l="l"/>
              <a:pathLst>
                <a:path h="280764" w="424604">
                  <a:moveTo>
                    <a:pt x="46312" y="0"/>
                  </a:moveTo>
                  <a:lnTo>
                    <a:pt x="378292" y="0"/>
                  </a:lnTo>
                  <a:cubicBezTo>
                    <a:pt x="390575" y="0"/>
                    <a:pt x="402355" y="4879"/>
                    <a:pt x="411040" y="13565"/>
                  </a:cubicBezTo>
                  <a:cubicBezTo>
                    <a:pt x="419725" y="22250"/>
                    <a:pt x="424604" y="34030"/>
                    <a:pt x="424604" y="46312"/>
                  </a:cubicBezTo>
                  <a:lnTo>
                    <a:pt x="424604" y="234451"/>
                  </a:lnTo>
                  <a:cubicBezTo>
                    <a:pt x="424604" y="246734"/>
                    <a:pt x="419725" y="258514"/>
                    <a:pt x="411040" y="267199"/>
                  </a:cubicBezTo>
                  <a:cubicBezTo>
                    <a:pt x="402355" y="275884"/>
                    <a:pt x="390575" y="280764"/>
                    <a:pt x="378292" y="280764"/>
                  </a:cubicBezTo>
                  <a:lnTo>
                    <a:pt x="46312" y="280764"/>
                  </a:lnTo>
                  <a:cubicBezTo>
                    <a:pt x="20735" y="280764"/>
                    <a:pt x="0" y="260029"/>
                    <a:pt x="0" y="234451"/>
                  </a:cubicBezTo>
                  <a:lnTo>
                    <a:pt x="0" y="46312"/>
                  </a:lnTo>
                  <a:cubicBezTo>
                    <a:pt x="0" y="34030"/>
                    <a:pt x="4879" y="22250"/>
                    <a:pt x="13565" y="13565"/>
                  </a:cubicBezTo>
                  <a:cubicBezTo>
                    <a:pt x="22250" y="4879"/>
                    <a:pt x="34030" y="0"/>
                    <a:pt x="46312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4604" cy="33791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531929" y="7408847"/>
            <a:ext cx="11339308" cy="1205556"/>
            <a:chOff x="0" y="0"/>
            <a:chExt cx="2618350" cy="2783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510" y="0"/>
                  </a:moveTo>
                  <a:lnTo>
                    <a:pt x="2610840" y="0"/>
                  </a:lnTo>
                  <a:cubicBezTo>
                    <a:pt x="2614988" y="0"/>
                    <a:pt x="2618350" y="3362"/>
                    <a:pt x="2618350" y="7510"/>
                  </a:cubicBezTo>
                  <a:lnTo>
                    <a:pt x="2618350" y="270864"/>
                  </a:lnTo>
                  <a:cubicBezTo>
                    <a:pt x="2618350" y="272856"/>
                    <a:pt x="2617559" y="274766"/>
                    <a:pt x="2616150" y="276174"/>
                  </a:cubicBezTo>
                  <a:cubicBezTo>
                    <a:pt x="2614742" y="277583"/>
                    <a:pt x="2612832" y="278374"/>
                    <a:pt x="2610840" y="278374"/>
                  </a:cubicBezTo>
                  <a:lnTo>
                    <a:pt x="7510" y="278374"/>
                  </a:lnTo>
                  <a:cubicBezTo>
                    <a:pt x="5518" y="278374"/>
                    <a:pt x="3608" y="277583"/>
                    <a:pt x="2200" y="276174"/>
                  </a:cubicBezTo>
                  <a:cubicBezTo>
                    <a:pt x="791" y="274766"/>
                    <a:pt x="0" y="272856"/>
                    <a:pt x="0" y="270864"/>
                  </a:cubicBezTo>
                  <a:lnTo>
                    <a:pt x="0" y="7510"/>
                  </a:lnTo>
                  <a:cubicBezTo>
                    <a:pt x="0" y="5518"/>
                    <a:pt x="791" y="3608"/>
                    <a:pt x="2200" y="2200"/>
                  </a:cubicBezTo>
                  <a:cubicBezTo>
                    <a:pt x="3608" y="791"/>
                    <a:pt x="5518" y="0"/>
                    <a:pt x="7510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73463" y="8788462"/>
            <a:ext cx="1838838" cy="1205556"/>
            <a:chOff x="0" y="0"/>
            <a:chExt cx="424604" cy="2783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4604" cy="278374"/>
            </a:xfrm>
            <a:custGeom>
              <a:avLst/>
              <a:gdLst/>
              <a:ahLst/>
              <a:cxnLst/>
              <a:rect r="r" b="b" t="t" l="l"/>
              <a:pathLst>
                <a:path h="278374" w="424604">
                  <a:moveTo>
                    <a:pt x="46312" y="0"/>
                  </a:moveTo>
                  <a:lnTo>
                    <a:pt x="378292" y="0"/>
                  </a:lnTo>
                  <a:cubicBezTo>
                    <a:pt x="390575" y="0"/>
                    <a:pt x="402355" y="4879"/>
                    <a:pt x="411040" y="13565"/>
                  </a:cubicBezTo>
                  <a:cubicBezTo>
                    <a:pt x="419725" y="22250"/>
                    <a:pt x="424604" y="34030"/>
                    <a:pt x="424604" y="46312"/>
                  </a:cubicBezTo>
                  <a:lnTo>
                    <a:pt x="424604" y="232061"/>
                  </a:lnTo>
                  <a:cubicBezTo>
                    <a:pt x="424604" y="244344"/>
                    <a:pt x="419725" y="256124"/>
                    <a:pt x="411040" y="264809"/>
                  </a:cubicBezTo>
                  <a:cubicBezTo>
                    <a:pt x="402355" y="273495"/>
                    <a:pt x="390575" y="278374"/>
                    <a:pt x="378292" y="278374"/>
                  </a:cubicBezTo>
                  <a:lnTo>
                    <a:pt x="46312" y="278374"/>
                  </a:lnTo>
                  <a:cubicBezTo>
                    <a:pt x="34030" y="278374"/>
                    <a:pt x="22250" y="273495"/>
                    <a:pt x="13565" y="264809"/>
                  </a:cubicBezTo>
                  <a:cubicBezTo>
                    <a:pt x="4879" y="256124"/>
                    <a:pt x="0" y="244344"/>
                    <a:pt x="0" y="232061"/>
                  </a:cubicBezTo>
                  <a:lnTo>
                    <a:pt x="0" y="46312"/>
                  </a:lnTo>
                  <a:cubicBezTo>
                    <a:pt x="0" y="34030"/>
                    <a:pt x="4879" y="22250"/>
                    <a:pt x="13565" y="13565"/>
                  </a:cubicBezTo>
                  <a:cubicBezTo>
                    <a:pt x="22250" y="4879"/>
                    <a:pt x="34030" y="0"/>
                    <a:pt x="46312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24604" cy="33552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31929" y="8788462"/>
            <a:ext cx="11339308" cy="1205556"/>
            <a:chOff x="0" y="0"/>
            <a:chExt cx="2618350" cy="2783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510" y="0"/>
                  </a:moveTo>
                  <a:lnTo>
                    <a:pt x="2610840" y="0"/>
                  </a:lnTo>
                  <a:cubicBezTo>
                    <a:pt x="2614988" y="0"/>
                    <a:pt x="2618350" y="3362"/>
                    <a:pt x="2618350" y="7510"/>
                  </a:cubicBezTo>
                  <a:lnTo>
                    <a:pt x="2618350" y="270864"/>
                  </a:lnTo>
                  <a:cubicBezTo>
                    <a:pt x="2618350" y="272856"/>
                    <a:pt x="2617559" y="274766"/>
                    <a:pt x="2616150" y="276174"/>
                  </a:cubicBezTo>
                  <a:cubicBezTo>
                    <a:pt x="2614742" y="277583"/>
                    <a:pt x="2612832" y="278374"/>
                    <a:pt x="2610840" y="278374"/>
                  </a:cubicBezTo>
                  <a:lnTo>
                    <a:pt x="7510" y="278374"/>
                  </a:lnTo>
                  <a:cubicBezTo>
                    <a:pt x="5518" y="278374"/>
                    <a:pt x="3608" y="277583"/>
                    <a:pt x="2200" y="276174"/>
                  </a:cubicBezTo>
                  <a:cubicBezTo>
                    <a:pt x="791" y="274766"/>
                    <a:pt x="0" y="272856"/>
                    <a:pt x="0" y="270864"/>
                  </a:cubicBezTo>
                  <a:lnTo>
                    <a:pt x="0" y="7510"/>
                  </a:lnTo>
                  <a:cubicBezTo>
                    <a:pt x="0" y="5518"/>
                    <a:pt x="791" y="3608"/>
                    <a:pt x="2200" y="2200"/>
                  </a:cubicBezTo>
                  <a:cubicBezTo>
                    <a:pt x="3608" y="791"/>
                    <a:pt x="5518" y="0"/>
                    <a:pt x="7510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4531929" y="1997378"/>
            <a:ext cx="10458963" cy="0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4547187" y="1728798"/>
            <a:ext cx="0" cy="842304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7374386" y="1728798"/>
            <a:ext cx="0" cy="842304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10201584" y="692491"/>
            <a:ext cx="0" cy="1878611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13028783" y="1728798"/>
            <a:ext cx="0" cy="842304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4968539" y="1540253"/>
            <a:ext cx="0" cy="8746747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4531929" y="2244038"/>
            <a:ext cx="2842456" cy="60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3"/>
              </a:lnSpc>
              <a:spcBef>
                <a:spcPct val="0"/>
              </a:spcBef>
            </a:pPr>
            <a:r>
              <a:rPr lang="en-US" b="true" sz="352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Noviembre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59128" y="2244038"/>
            <a:ext cx="2842456" cy="60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3"/>
              </a:lnSpc>
              <a:spcBef>
                <a:spcPct val="0"/>
              </a:spcBef>
            </a:pPr>
            <a:r>
              <a:rPr lang="en-US" b="true" sz="352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Diciembre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86327" y="2244038"/>
            <a:ext cx="2842456" cy="60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3"/>
              </a:lnSpc>
              <a:spcBef>
                <a:spcPct val="0"/>
              </a:spcBef>
            </a:pPr>
            <a:r>
              <a:rPr lang="en-US" b="true" sz="352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Enero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33506" y="2244038"/>
            <a:ext cx="2842456" cy="60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3"/>
              </a:lnSpc>
              <a:spcBef>
                <a:spcPct val="0"/>
              </a:spcBef>
            </a:pPr>
            <a:r>
              <a:rPr lang="en-US" b="true" sz="352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Febrero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539568" y="3230466"/>
            <a:ext cx="1413589" cy="1193409"/>
            <a:chOff x="0" y="0"/>
            <a:chExt cx="326411" cy="2755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411" cy="275569"/>
            </a:xfrm>
            <a:custGeom>
              <a:avLst/>
              <a:gdLst/>
              <a:ahLst/>
              <a:cxnLst/>
              <a:rect r="r" b="b" t="t" l="l"/>
              <a:pathLst>
                <a:path h="275569" w="326411">
                  <a:moveTo>
                    <a:pt x="60245" y="0"/>
                  </a:moveTo>
                  <a:lnTo>
                    <a:pt x="266166" y="0"/>
                  </a:lnTo>
                  <a:cubicBezTo>
                    <a:pt x="282144" y="0"/>
                    <a:pt x="297467" y="6347"/>
                    <a:pt x="308765" y="17645"/>
                  </a:cubicBezTo>
                  <a:cubicBezTo>
                    <a:pt x="320063" y="28943"/>
                    <a:pt x="326411" y="44267"/>
                    <a:pt x="326411" y="60245"/>
                  </a:cubicBezTo>
                  <a:lnTo>
                    <a:pt x="326411" y="215324"/>
                  </a:lnTo>
                  <a:cubicBezTo>
                    <a:pt x="326411" y="248597"/>
                    <a:pt x="299438" y="275569"/>
                    <a:pt x="266166" y="275569"/>
                  </a:cubicBezTo>
                  <a:lnTo>
                    <a:pt x="60245" y="275569"/>
                  </a:lnTo>
                  <a:cubicBezTo>
                    <a:pt x="44267" y="275569"/>
                    <a:pt x="28943" y="269222"/>
                    <a:pt x="17645" y="257924"/>
                  </a:cubicBezTo>
                  <a:cubicBezTo>
                    <a:pt x="6347" y="246626"/>
                    <a:pt x="0" y="231302"/>
                    <a:pt x="0" y="215324"/>
                  </a:cubicBezTo>
                  <a:lnTo>
                    <a:pt x="0" y="60245"/>
                  </a:lnTo>
                  <a:cubicBezTo>
                    <a:pt x="0" y="44267"/>
                    <a:pt x="6347" y="28943"/>
                    <a:pt x="17645" y="17645"/>
                  </a:cubicBezTo>
                  <a:cubicBezTo>
                    <a:pt x="28943" y="6347"/>
                    <a:pt x="44267" y="0"/>
                    <a:pt x="60245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38100"/>
              <a:ext cx="326411" cy="23746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2151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06/11 - 14/11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53157" y="4649616"/>
            <a:ext cx="1859184" cy="1205556"/>
            <a:chOff x="0" y="0"/>
            <a:chExt cx="429303" cy="27837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303" cy="278374"/>
            </a:xfrm>
            <a:custGeom>
              <a:avLst/>
              <a:gdLst/>
              <a:ahLst/>
              <a:cxnLst/>
              <a:rect r="r" b="b" t="t" l="l"/>
              <a:pathLst>
                <a:path h="278374" w="429303">
                  <a:moveTo>
                    <a:pt x="45806" y="0"/>
                  </a:moveTo>
                  <a:lnTo>
                    <a:pt x="383497" y="0"/>
                  </a:lnTo>
                  <a:cubicBezTo>
                    <a:pt x="408795" y="0"/>
                    <a:pt x="429303" y="20508"/>
                    <a:pt x="429303" y="45806"/>
                  </a:cubicBezTo>
                  <a:lnTo>
                    <a:pt x="429303" y="232568"/>
                  </a:lnTo>
                  <a:cubicBezTo>
                    <a:pt x="429303" y="257866"/>
                    <a:pt x="408795" y="278374"/>
                    <a:pt x="383497" y="278374"/>
                  </a:cubicBezTo>
                  <a:lnTo>
                    <a:pt x="45806" y="278374"/>
                  </a:lnTo>
                  <a:cubicBezTo>
                    <a:pt x="20508" y="278374"/>
                    <a:pt x="0" y="257866"/>
                    <a:pt x="0" y="232568"/>
                  </a:cubicBezTo>
                  <a:lnTo>
                    <a:pt x="0" y="45806"/>
                  </a:lnTo>
                  <a:cubicBezTo>
                    <a:pt x="0" y="20508"/>
                    <a:pt x="20508" y="0"/>
                    <a:pt x="45806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38100"/>
              <a:ext cx="429303" cy="24027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2151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20/11 - 04/12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812342" y="6039581"/>
            <a:ext cx="2840671" cy="1205556"/>
            <a:chOff x="0" y="0"/>
            <a:chExt cx="655937" cy="27837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5937" cy="278374"/>
            </a:xfrm>
            <a:custGeom>
              <a:avLst/>
              <a:gdLst/>
              <a:ahLst/>
              <a:cxnLst/>
              <a:rect r="r" b="b" t="t" l="l"/>
              <a:pathLst>
                <a:path h="278374" w="655937">
                  <a:moveTo>
                    <a:pt x="29979" y="0"/>
                  </a:moveTo>
                  <a:lnTo>
                    <a:pt x="625958" y="0"/>
                  </a:lnTo>
                  <a:cubicBezTo>
                    <a:pt x="642515" y="0"/>
                    <a:pt x="655937" y="13422"/>
                    <a:pt x="655937" y="29979"/>
                  </a:cubicBezTo>
                  <a:lnTo>
                    <a:pt x="655937" y="248395"/>
                  </a:lnTo>
                  <a:cubicBezTo>
                    <a:pt x="655937" y="256346"/>
                    <a:pt x="652778" y="263971"/>
                    <a:pt x="647156" y="269593"/>
                  </a:cubicBezTo>
                  <a:cubicBezTo>
                    <a:pt x="641534" y="275215"/>
                    <a:pt x="633909" y="278374"/>
                    <a:pt x="625958" y="278374"/>
                  </a:cubicBezTo>
                  <a:lnTo>
                    <a:pt x="29979" y="278374"/>
                  </a:lnTo>
                  <a:cubicBezTo>
                    <a:pt x="13422" y="278374"/>
                    <a:pt x="0" y="264952"/>
                    <a:pt x="0" y="248395"/>
                  </a:cubicBezTo>
                  <a:lnTo>
                    <a:pt x="0" y="29979"/>
                  </a:lnTo>
                  <a:cubicBezTo>
                    <a:pt x="0" y="22028"/>
                    <a:pt x="3159" y="14403"/>
                    <a:pt x="8781" y="8781"/>
                  </a:cubicBezTo>
                  <a:cubicBezTo>
                    <a:pt x="14403" y="3159"/>
                    <a:pt x="22028" y="0"/>
                    <a:pt x="29979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38100"/>
              <a:ext cx="655937" cy="24027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2151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05/12 - 10/01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653012" y="7431770"/>
            <a:ext cx="1092552" cy="1159677"/>
            <a:chOff x="0" y="0"/>
            <a:chExt cx="252280" cy="2677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2280" cy="267780"/>
            </a:xfrm>
            <a:custGeom>
              <a:avLst/>
              <a:gdLst/>
              <a:ahLst/>
              <a:cxnLst/>
              <a:rect r="r" b="b" t="t" l="l"/>
              <a:pathLst>
                <a:path h="267780" w="252280">
                  <a:moveTo>
                    <a:pt x="77947" y="0"/>
                  </a:moveTo>
                  <a:lnTo>
                    <a:pt x="174333" y="0"/>
                  </a:lnTo>
                  <a:cubicBezTo>
                    <a:pt x="217382" y="0"/>
                    <a:pt x="252280" y="34898"/>
                    <a:pt x="252280" y="77947"/>
                  </a:cubicBezTo>
                  <a:lnTo>
                    <a:pt x="252280" y="189833"/>
                  </a:lnTo>
                  <a:cubicBezTo>
                    <a:pt x="252280" y="210506"/>
                    <a:pt x="244068" y="230332"/>
                    <a:pt x="229450" y="244950"/>
                  </a:cubicBezTo>
                  <a:cubicBezTo>
                    <a:pt x="214832" y="259568"/>
                    <a:pt x="195006" y="267780"/>
                    <a:pt x="174333" y="267780"/>
                  </a:cubicBezTo>
                  <a:lnTo>
                    <a:pt x="77947" y="267780"/>
                  </a:lnTo>
                  <a:cubicBezTo>
                    <a:pt x="57274" y="267780"/>
                    <a:pt x="37448" y="259568"/>
                    <a:pt x="22830" y="244950"/>
                  </a:cubicBezTo>
                  <a:cubicBezTo>
                    <a:pt x="8212" y="230332"/>
                    <a:pt x="0" y="210506"/>
                    <a:pt x="0" y="189833"/>
                  </a:cubicBezTo>
                  <a:lnTo>
                    <a:pt x="0" y="77947"/>
                  </a:lnTo>
                  <a:cubicBezTo>
                    <a:pt x="0" y="57274"/>
                    <a:pt x="8212" y="37448"/>
                    <a:pt x="22830" y="22830"/>
                  </a:cubicBezTo>
                  <a:cubicBezTo>
                    <a:pt x="37448" y="8212"/>
                    <a:pt x="57274" y="0"/>
                    <a:pt x="77947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104775"/>
              <a:ext cx="252280" cy="163005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1413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11/01 - 18/01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745564" y="8798811"/>
            <a:ext cx="1267962" cy="1205556"/>
            <a:chOff x="0" y="0"/>
            <a:chExt cx="292784" cy="27837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784" cy="278374"/>
            </a:xfrm>
            <a:custGeom>
              <a:avLst/>
              <a:gdLst/>
              <a:ahLst/>
              <a:cxnLst/>
              <a:rect r="r" b="b" t="t" l="l"/>
              <a:pathLst>
                <a:path h="278374" w="292784">
                  <a:moveTo>
                    <a:pt x="67164" y="0"/>
                  </a:moveTo>
                  <a:lnTo>
                    <a:pt x="225620" y="0"/>
                  </a:lnTo>
                  <a:cubicBezTo>
                    <a:pt x="243433" y="0"/>
                    <a:pt x="260516" y="7076"/>
                    <a:pt x="273112" y="19672"/>
                  </a:cubicBezTo>
                  <a:cubicBezTo>
                    <a:pt x="285708" y="32267"/>
                    <a:pt x="292784" y="49351"/>
                    <a:pt x="292784" y="67164"/>
                  </a:cubicBezTo>
                  <a:lnTo>
                    <a:pt x="292784" y="211210"/>
                  </a:lnTo>
                  <a:cubicBezTo>
                    <a:pt x="292784" y="229023"/>
                    <a:pt x="285708" y="246106"/>
                    <a:pt x="273112" y="258702"/>
                  </a:cubicBezTo>
                  <a:cubicBezTo>
                    <a:pt x="260516" y="271298"/>
                    <a:pt x="243433" y="278374"/>
                    <a:pt x="225620" y="278374"/>
                  </a:cubicBezTo>
                  <a:lnTo>
                    <a:pt x="67164" y="278374"/>
                  </a:lnTo>
                  <a:cubicBezTo>
                    <a:pt x="49351" y="278374"/>
                    <a:pt x="32267" y="271298"/>
                    <a:pt x="19672" y="258702"/>
                  </a:cubicBezTo>
                  <a:cubicBezTo>
                    <a:pt x="7076" y="246106"/>
                    <a:pt x="0" y="229023"/>
                    <a:pt x="0" y="211210"/>
                  </a:cubicBezTo>
                  <a:lnTo>
                    <a:pt x="0" y="67164"/>
                  </a:lnTo>
                  <a:cubicBezTo>
                    <a:pt x="0" y="49351"/>
                    <a:pt x="7076" y="32267"/>
                    <a:pt x="19672" y="19672"/>
                  </a:cubicBezTo>
                  <a:cubicBezTo>
                    <a:pt x="32267" y="7076"/>
                    <a:pt x="49351" y="0"/>
                    <a:pt x="67164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38100"/>
              <a:ext cx="292784" cy="24027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2151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19/01 - 31/01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667579" y="597241"/>
            <a:ext cx="1433660" cy="82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0"/>
              </a:lnSpc>
            </a:pPr>
            <a:r>
              <a:rPr lang="en-US" b="true" sz="481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2025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85083" y="617902"/>
            <a:ext cx="1456886" cy="82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40"/>
              </a:lnSpc>
            </a:pPr>
            <a:r>
              <a:rPr lang="en-US" b="true" sz="481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2026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361830" y="161525"/>
            <a:ext cx="1258126" cy="107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9"/>
              </a:lnSpc>
            </a:pPr>
            <a:r>
              <a:rPr lang="en-US" b="true" sz="3135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Límite </a:t>
            </a:r>
          </a:p>
          <a:p>
            <a:pPr algn="ctr">
              <a:lnSpc>
                <a:spcPts val="4389"/>
              </a:lnSpc>
            </a:pPr>
            <a:r>
              <a:rPr lang="en-US" b="true" sz="3135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06/02</a:t>
            </a:r>
          </a:p>
        </p:txBody>
      </p:sp>
      <p:sp>
        <p:nvSpPr>
          <p:cNvPr name="AutoShape 60" id="60"/>
          <p:cNvSpPr/>
          <p:nvPr/>
        </p:nvSpPr>
        <p:spPr>
          <a:xfrm>
            <a:off x="5953157" y="3827171"/>
            <a:ext cx="929592" cy="822445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7812342" y="5252394"/>
            <a:ext cx="1496758" cy="776837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>
            <a:off x="10653012" y="6642359"/>
            <a:ext cx="519614" cy="766488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>
            <a:off x="11745564" y="8011608"/>
            <a:ext cx="551200" cy="787203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-449431" y="604998"/>
            <a:ext cx="6192865" cy="997127"/>
            <a:chOff x="0" y="0"/>
            <a:chExt cx="8257154" cy="1329502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161372" y="119506"/>
              <a:ext cx="8095782" cy="1209997"/>
              <a:chOff x="0" y="0"/>
              <a:chExt cx="2719120" cy="406400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27191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9120">
                    <a:moveTo>
                      <a:pt x="251592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5920" y="406400"/>
                    </a:lnTo>
                    <a:lnTo>
                      <a:pt x="2719120" y="203200"/>
                    </a:lnTo>
                    <a:lnTo>
                      <a:pt x="251592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67" id="67"/>
              <p:cNvSpPr txBox="true"/>
              <p:nvPr/>
            </p:nvSpPr>
            <p:spPr>
              <a:xfrm>
                <a:off x="0" y="-38100"/>
                <a:ext cx="260482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8" id="68"/>
            <p:cNvGrpSpPr/>
            <p:nvPr/>
          </p:nvGrpSpPr>
          <p:grpSpPr>
            <a:xfrm rot="0">
              <a:off x="0" y="0"/>
              <a:ext cx="8095782" cy="1209997"/>
              <a:chOff x="0" y="0"/>
              <a:chExt cx="2719120" cy="4064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27191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9120">
                    <a:moveTo>
                      <a:pt x="251592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5920" y="406400"/>
                    </a:lnTo>
                    <a:lnTo>
                      <a:pt x="2719120" y="203200"/>
                    </a:lnTo>
                    <a:lnTo>
                      <a:pt x="251592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260482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71" id="71"/>
          <p:cNvGrpSpPr/>
          <p:nvPr/>
        </p:nvGrpSpPr>
        <p:grpSpPr>
          <a:xfrm rot="0">
            <a:off x="-539060" y="0"/>
            <a:ext cx="6109761" cy="997127"/>
            <a:chOff x="0" y="0"/>
            <a:chExt cx="8146348" cy="1329502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8061725" cy="1209997"/>
              <a:chOff x="0" y="0"/>
              <a:chExt cx="2707681" cy="4064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75" id="75"/>
            <p:cNvGrpSpPr/>
            <p:nvPr/>
          </p:nvGrpSpPr>
          <p:grpSpPr>
            <a:xfrm rot="0">
              <a:off x="84623" y="119506"/>
              <a:ext cx="8061725" cy="1209997"/>
              <a:chOff x="0" y="0"/>
              <a:chExt cx="2707681" cy="4064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77" id="77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78" id="78"/>
          <p:cNvSpPr txBox="true"/>
          <p:nvPr/>
        </p:nvSpPr>
        <p:spPr>
          <a:xfrm rot="0">
            <a:off x="293148" y="-61086"/>
            <a:ext cx="4947129" cy="91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9"/>
              </a:lnSpc>
              <a:spcBef>
                <a:spcPct val="0"/>
              </a:spcBef>
            </a:pPr>
            <a:r>
              <a:rPr lang="en-US" b="true" sz="529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93148" y="778084"/>
            <a:ext cx="4947129" cy="69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3"/>
              </a:lnSpc>
              <a:spcBef>
                <a:spcPct val="0"/>
              </a:spcBef>
            </a:pPr>
            <a:r>
              <a:rPr lang="en-US" b="true" sz="4116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Planificación inicial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16</a:t>
            </a:r>
          </a:p>
        </p:txBody>
      </p:sp>
      <p:sp>
        <p:nvSpPr>
          <p:cNvPr name="Freeform 81" id="81"/>
          <p:cNvSpPr/>
          <p:nvPr/>
        </p:nvSpPr>
        <p:spPr>
          <a:xfrm flipH="false" flipV="false" rot="0">
            <a:off x="15952799" y="163170"/>
            <a:ext cx="726486" cy="1013702"/>
          </a:xfrm>
          <a:custGeom>
            <a:avLst/>
            <a:gdLst/>
            <a:ahLst/>
            <a:cxnLst/>
            <a:rect r="r" b="b" t="t" l="l"/>
            <a:pathLst>
              <a:path h="1013702" w="726486">
                <a:moveTo>
                  <a:pt x="0" y="0"/>
                </a:moveTo>
                <a:lnTo>
                  <a:pt x="726486" y="0"/>
                </a:lnTo>
                <a:lnTo>
                  <a:pt x="726486" y="1013702"/>
                </a:lnTo>
                <a:lnTo>
                  <a:pt x="0" y="101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16956034" y="101343"/>
            <a:ext cx="726486" cy="1137356"/>
          </a:xfrm>
          <a:custGeom>
            <a:avLst/>
            <a:gdLst/>
            <a:ahLst/>
            <a:cxnLst/>
            <a:rect r="r" b="b" t="t" l="l"/>
            <a:pathLst>
              <a:path h="1137356" w="726486">
                <a:moveTo>
                  <a:pt x="0" y="0"/>
                </a:moveTo>
                <a:lnTo>
                  <a:pt x="726486" y="0"/>
                </a:lnTo>
                <a:lnTo>
                  <a:pt x="726486" y="1137356"/>
                </a:lnTo>
                <a:lnTo>
                  <a:pt x="0" y="1137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0529948" cy="1695450"/>
            <a:chOff x="0" y="0"/>
            <a:chExt cx="14039931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74387" y="203200"/>
              <a:ext cx="13765544" cy="2057400"/>
              <a:chOff x="0" y="0"/>
              <a:chExt cx="2719120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191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9120">
                    <a:moveTo>
                      <a:pt x="251592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5920" y="406400"/>
                    </a:lnTo>
                    <a:lnTo>
                      <a:pt x="2719120" y="203200"/>
                    </a:lnTo>
                    <a:lnTo>
                      <a:pt x="251592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60482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3765544" cy="2057400"/>
              <a:chOff x="0" y="0"/>
              <a:chExt cx="2719120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191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9120">
                    <a:moveTo>
                      <a:pt x="251592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5920" y="406400"/>
                    </a:lnTo>
                    <a:lnTo>
                      <a:pt x="2719120" y="203200"/>
                    </a:lnTo>
                    <a:lnTo>
                      <a:pt x="251592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60482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388643" cy="1695450"/>
            <a:chOff x="0" y="0"/>
            <a:chExt cx="1385152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07637" cy="2057400"/>
              <a:chOff x="0" y="0"/>
              <a:chExt cx="270768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887" y="203200"/>
              <a:ext cx="13707637" cy="2057400"/>
              <a:chOff x="0" y="0"/>
              <a:chExt cx="2707681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2497623" y="3121386"/>
            <a:ext cx="12959681" cy="6496040"/>
          </a:xfrm>
          <a:custGeom>
            <a:avLst/>
            <a:gdLst/>
            <a:ahLst/>
            <a:cxnLst/>
            <a:rect r="r" b="b" t="t" l="l"/>
            <a:pathLst>
              <a:path h="6496040" w="12959681">
                <a:moveTo>
                  <a:pt x="0" y="0"/>
                </a:moveTo>
                <a:lnTo>
                  <a:pt x="12959681" y="0"/>
                </a:lnTo>
                <a:lnTo>
                  <a:pt x="12959681" y="6496040"/>
                </a:lnTo>
                <a:lnTo>
                  <a:pt x="0" y="6496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183B4E"/>
            </a:solidFill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875973" y="-80969"/>
            <a:ext cx="841177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973" y="1319219"/>
            <a:ext cx="8411779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Planificación final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10046" y="3236537"/>
            <a:ext cx="1847607" cy="1211305"/>
            <a:chOff x="0" y="0"/>
            <a:chExt cx="424604" cy="2783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4604" cy="278374"/>
            </a:xfrm>
            <a:custGeom>
              <a:avLst/>
              <a:gdLst/>
              <a:ahLst/>
              <a:cxnLst/>
              <a:rect r="r" b="b" t="t" l="l"/>
              <a:pathLst>
                <a:path h="278374" w="424604">
                  <a:moveTo>
                    <a:pt x="46093" y="0"/>
                  </a:moveTo>
                  <a:lnTo>
                    <a:pt x="378512" y="0"/>
                  </a:lnTo>
                  <a:cubicBezTo>
                    <a:pt x="390736" y="0"/>
                    <a:pt x="402460" y="4856"/>
                    <a:pt x="411104" y="13500"/>
                  </a:cubicBezTo>
                  <a:cubicBezTo>
                    <a:pt x="419748" y="22144"/>
                    <a:pt x="424604" y="33868"/>
                    <a:pt x="424604" y="46093"/>
                  </a:cubicBezTo>
                  <a:lnTo>
                    <a:pt x="424604" y="232281"/>
                  </a:lnTo>
                  <a:cubicBezTo>
                    <a:pt x="424604" y="257738"/>
                    <a:pt x="403968" y="278374"/>
                    <a:pt x="378512" y="278374"/>
                  </a:cubicBezTo>
                  <a:lnTo>
                    <a:pt x="46093" y="278374"/>
                  </a:lnTo>
                  <a:cubicBezTo>
                    <a:pt x="20636" y="278374"/>
                    <a:pt x="0" y="257738"/>
                    <a:pt x="0" y="232281"/>
                  </a:cubicBezTo>
                  <a:lnTo>
                    <a:pt x="0" y="46093"/>
                  </a:lnTo>
                  <a:cubicBezTo>
                    <a:pt x="0" y="20636"/>
                    <a:pt x="20636" y="0"/>
                    <a:pt x="46093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4604" cy="33552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477852" y="3236537"/>
            <a:ext cx="11393385" cy="1211305"/>
            <a:chOff x="0" y="0"/>
            <a:chExt cx="2618350" cy="278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475" y="0"/>
                  </a:moveTo>
                  <a:lnTo>
                    <a:pt x="2610876" y="0"/>
                  </a:lnTo>
                  <a:cubicBezTo>
                    <a:pt x="2615004" y="0"/>
                    <a:pt x="2618350" y="3346"/>
                    <a:pt x="2618350" y="7475"/>
                  </a:cubicBezTo>
                  <a:lnTo>
                    <a:pt x="2618350" y="270899"/>
                  </a:lnTo>
                  <a:cubicBezTo>
                    <a:pt x="2618350" y="275027"/>
                    <a:pt x="2615004" y="278374"/>
                    <a:pt x="2610876" y="278374"/>
                  </a:cubicBezTo>
                  <a:lnTo>
                    <a:pt x="7475" y="278374"/>
                  </a:lnTo>
                  <a:cubicBezTo>
                    <a:pt x="3346" y="278374"/>
                    <a:pt x="0" y="275027"/>
                    <a:pt x="0" y="270899"/>
                  </a:cubicBezTo>
                  <a:lnTo>
                    <a:pt x="0" y="7475"/>
                  </a:lnTo>
                  <a:cubicBezTo>
                    <a:pt x="0" y="3346"/>
                    <a:pt x="3346" y="0"/>
                    <a:pt x="7475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10046" y="4622731"/>
            <a:ext cx="1847607" cy="1211305"/>
            <a:chOff x="0" y="0"/>
            <a:chExt cx="424604" cy="2783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4604" cy="278374"/>
            </a:xfrm>
            <a:custGeom>
              <a:avLst/>
              <a:gdLst/>
              <a:ahLst/>
              <a:cxnLst/>
              <a:rect r="r" b="b" t="t" l="l"/>
              <a:pathLst>
                <a:path h="278374" w="424604">
                  <a:moveTo>
                    <a:pt x="46093" y="0"/>
                  </a:moveTo>
                  <a:lnTo>
                    <a:pt x="378512" y="0"/>
                  </a:lnTo>
                  <a:cubicBezTo>
                    <a:pt x="390736" y="0"/>
                    <a:pt x="402460" y="4856"/>
                    <a:pt x="411104" y="13500"/>
                  </a:cubicBezTo>
                  <a:cubicBezTo>
                    <a:pt x="419748" y="22144"/>
                    <a:pt x="424604" y="33868"/>
                    <a:pt x="424604" y="46093"/>
                  </a:cubicBezTo>
                  <a:lnTo>
                    <a:pt x="424604" y="232281"/>
                  </a:lnTo>
                  <a:cubicBezTo>
                    <a:pt x="424604" y="257738"/>
                    <a:pt x="403968" y="278374"/>
                    <a:pt x="378512" y="278374"/>
                  </a:cubicBezTo>
                  <a:lnTo>
                    <a:pt x="46093" y="278374"/>
                  </a:lnTo>
                  <a:cubicBezTo>
                    <a:pt x="20636" y="278374"/>
                    <a:pt x="0" y="257738"/>
                    <a:pt x="0" y="232281"/>
                  </a:cubicBezTo>
                  <a:lnTo>
                    <a:pt x="0" y="46093"/>
                  </a:lnTo>
                  <a:cubicBezTo>
                    <a:pt x="0" y="20636"/>
                    <a:pt x="20636" y="0"/>
                    <a:pt x="46093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4604" cy="33552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77852" y="4622731"/>
            <a:ext cx="11393385" cy="1211305"/>
            <a:chOff x="0" y="0"/>
            <a:chExt cx="2618350" cy="278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475" y="0"/>
                  </a:moveTo>
                  <a:lnTo>
                    <a:pt x="2610876" y="0"/>
                  </a:lnTo>
                  <a:cubicBezTo>
                    <a:pt x="2615004" y="0"/>
                    <a:pt x="2618350" y="3346"/>
                    <a:pt x="2618350" y="7475"/>
                  </a:cubicBezTo>
                  <a:lnTo>
                    <a:pt x="2618350" y="270899"/>
                  </a:lnTo>
                  <a:cubicBezTo>
                    <a:pt x="2618350" y="275027"/>
                    <a:pt x="2615004" y="278374"/>
                    <a:pt x="2610876" y="278374"/>
                  </a:cubicBezTo>
                  <a:lnTo>
                    <a:pt x="7475" y="278374"/>
                  </a:lnTo>
                  <a:cubicBezTo>
                    <a:pt x="3346" y="278374"/>
                    <a:pt x="0" y="275027"/>
                    <a:pt x="0" y="270899"/>
                  </a:cubicBezTo>
                  <a:lnTo>
                    <a:pt x="0" y="7475"/>
                  </a:lnTo>
                  <a:cubicBezTo>
                    <a:pt x="0" y="3346"/>
                    <a:pt x="3346" y="0"/>
                    <a:pt x="7475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510046" y="6008926"/>
            <a:ext cx="1847607" cy="1221704"/>
            <a:chOff x="0" y="0"/>
            <a:chExt cx="424604" cy="2807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604" cy="280764"/>
            </a:xfrm>
            <a:custGeom>
              <a:avLst/>
              <a:gdLst/>
              <a:ahLst/>
              <a:cxnLst/>
              <a:rect r="r" b="b" t="t" l="l"/>
              <a:pathLst>
                <a:path h="280764" w="424604">
                  <a:moveTo>
                    <a:pt x="46093" y="0"/>
                  </a:moveTo>
                  <a:lnTo>
                    <a:pt x="378512" y="0"/>
                  </a:lnTo>
                  <a:cubicBezTo>
                    <a:pt x="390736" y="0"/>
                    <a:pt x="402460" y="4856"/>
                    <a:pt x="411104" y="13500"/>
                  </a:cubicBezTo>
                  <a:cubicBezTo>
                    <a:pt x="419748" y="22144"/>
                    <a:pt x="424604" y="33868"/>
                    <a:pt x="424604" y="46093"/>
                  </a:cubicBezTo>
                  <a:lnTo>
                    <a:pt x="424604" y="234671"/>
                  </a:lnTo>
                  <a:cubicBezTo>
                    <a:pt x="424604" y="260127"/>
                    <a:pt x="403968" y="280764"/>
                    <a:pt x="378512" y="280764"/>
                  </a:cubicBezTo>
                  <a:lnTo>
                    <a:pt x="46093" y="280764"/>
                  </a:lnTo>
                  <a:cubicBezTo>
                    <a:pt x="20636" y="280764"/>
                    <a:pt x="0" y="260127"/>
                    <a:pt x="0" y="234671"/>
                  </a:cubicBezTo>
                  <a:lnTo>
                    <a:pt x="0" y="46093"/>
                  </a:lnTo>
                  <a:cubicBezTo>
                    <a:pt x="0" y="20636"/>
                    <a:pt x="20636" y="0"/>
                    <a:pt x="4609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4604" cy="33791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3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77852" y="6008926"/>
            <a:ext cx="11393385" cy="1211305"/>
            <a:chOff x="0" y="0"/>
            <a:chExt cx="2618350" cy="278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475" y="0"/>
                  </a:moveTo>
                  <a:lnTo>
                    <a:pt x="2610876" y="0"/>
                  </a:lnTo>
                  <a:cubicBezTo>
                    <a:pt x="2615004" y="0"/>
                    <a:pt x="2618350" y="3346"/>
                    <a:pt x="2618350" y="7475"/>
                  </a:cubicBezTo>
                  <a:lnTo>
                    <a:pt x="2618350" y="270899"/>
                  </a:lnTo>
                  <a:cubicBezTo>
                    <a:pt x="2618350" y="275027"/>
                    <a:pt x="2615004" y="278374"/>
                    <a:pt x="2610876" y="278374"/>
                  </a:cubicBezTo>
                  <a:lnTo>
                    <a:pt x="7475" y="278374"/>
                  </a:lnTo>
                  <a:cubicBezTo>
                    <a:pt x="3346" y="278374"/>
                    <a:pt x="0" y="275027"/>
                    <a:pt x="0" y="270899"/>
                  </a:cubicBezTo>
                  <a:lnTo>
                    <a:pt x="0" y="7475"/>
                  </a:lnTo>
                  <a:cubicBezTo>
                    <a:pt x="0" y="3346"/>
                    <a:pt x="3346" y="0"/>
                    <a:pt x="7475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10046" y="7395121"/>
            <a:ext cx="1847607" cy="1221704"/>
            <a:chOff x="0" y="0"/>
            <a:chExt cx="424604" cy="2807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4604" cy="280764"/>
            </a:xfrm>
            <a:custGeom>
              <a:avLst/>
              <a:gdLst/>
              <a:ahLst/>
              <a:cxnLst/>
              <a:rect r="r" b="b" t="t" l="l"/>
              <a:pathLst>
                <a:path h="280764" w="424604">
                  <a:moveTo>
                    <a:pt x="46093" y="0"/>
                  </a:moveTo>
                  <a:lnTo>
                    <a:pt x="378512" y="0"/>
                  </a:lnTo>
                  <a:cubicBezTo>
                    <a:pt x="390736" y="0"/>
                    <a:pt x="402460" y="4856"/>
                    <a:pt x="411104" y="13500"/>
                  </a:cubicBezTo>
                  <a:cubicBezTo>
                    <a:pt x="419748" y="22144"/>
                    <a:pt x="424604" y="33868"/>
                    <a:pt x="424604" y="46093"/>
                  </a:cubicBezTo>
                  <a:lnTo>
                    <a:pt x="424604" y="234671"/>
                  </a:lnTo>
                  <a:cubicBezTo>
                    <a:pt x="424604" y="260127"/>
                    <a:pt x="403968" y="280764"/>
                    <a:pt x="378512" y="280764"/>
                  </a:cubicBezTo>
                  <a:lnTo>
                    <a:pt x="46093" y="280764"/>
                  </a:lnTo>
                  <a:cubicBezTo>
                    <a:pt x="20636" y="280764"/>
                    <a:pt x="0" y="260127"/>
                    <a:pt x="0" y="234671"/>
                  </a:cubicBezTo>
                  <a:lnTo>
                    <a:pt x="0" y="46093"/>
                  </a:lnTo>
                  <a:cubicBezTo>
                    <a:pt x="0" y="20636"/>
                    <a:pt x="20636" y="0"/>
                    <a:pt x="4609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24604" cy="33791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477852" y="7395121"/>
            <a:ext cx="11393385" cy="1211305"/>
            <a:chOff x="0" y="0"/>
            <a:chExt cx="2618350" cy="27837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475" y="0"/>
                  </a:moveTo>
                  <a:lnTo>
                    <a:pt x="2610876" y="0"/>
                  </a:lnTo>
                  <a:cubicBezTo>
                    <a:pt x="2615004" y="0"/>
                    <a:pt x="2618350" y="3346"/>
                    <a:pt x="2618350" y="7475"/>
                  </a:cubicBezTo>
                  <a:lnTo>
                    <a:pt x="2618350" y="270899"/>
                  </a:lnTo>
                  <a:cubicBezTo>
                    <a:pt x="2618350" y="275027"/>
                    <a:pt x="2615004" y="278374"/>
                    <a:pt x="2610876" y="278374"/>
                  </a:cubicBezTo>
                  <a:lnTo>
                    <a:pt x="7475" y="278374"/>
                  </a:lnTo>
                  <a:cubicBezTo>
                    <a:pt x="3346" y="278374"/>
                    <a:pt x="0" y="275027"/>
                    <a:pt x="0" y="270899"/>
                  </a:cubicBezTo>
                  <a:lnTo>
                    <a:pt x="0" y="7475"/>
                  </a:lnTo>
                  <a:cubicBezTo>
                    <a:pt x="0" y="3346"/>
                    <a:pt x="3346" y="0"/>
                    <a:pt x="7475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10046" y="8781316"/>
            <a:ext cx="1847607" cy="1211305"/>
            <a:chOff x="0" y="0"/>
            <a:chExt cx="424604" cy="2783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4604" cy="278374"/>
            </a:xfrm>
            <a:custGeom>
              <a:avLst/>
              <a:gdLst/>
              <a:ahLst/>
              <a:cxnLst/>
              <a:rect r="r" b="b" t="t" l="l"/>
              <a:pathLst>
                <a:path h="278374" w="424604">
                  <a:moveTo>
                    <a:pt x="46093" y="0"/>
                  </a:moveTo>
                  <a:lnTo>
                    <a:pt x="378512" y="0"/>
                  </a:lnTo>
                  <a:cubicBezTo>
                    <a:pt x="390736" y="0"/>
                    <a:pt x="402460" y="4856"/>
                    <a:pt x="411104" y="13500"/>
                  </a:cubicBezTo>
                  <a:cubicBezTo>
                    <a:pt x="419748" y="22144"/>
                    <a:pt x="424604" y="33868"/>
                    <a:pt x="424604" y="46093"/>
                  </a:cubicBezTo>
                  <a:lnTo>
                    <a:pt x="424604" y="232281"/>
                  </a:lnTo>
                  <a:cubicBezTo>
                    <a:pt x="424604" y="257738"/>
                    <a:pt x="403968" y="278374"/>
                    <a:pt x="378512" y="278374"/>
                  </a:cubicBezTo>
                  <a:lnTo>
                    <a:pt x="46093" y="278374"/>
                  </a:lnTo>
                  <a:cubicBezTo>
                    <a:pt x="20636" y="278374"/>
                    <a:pt x="0" y="257738"/>
                    <a:pt x="0" y="232281"/>
                  </a:cubicBezTo>
                  <a:lnTo>
                    <a:pt x="0" y="46093"/>
                  </a:lnTo>
                  <a:cubicBezTo>
                    <a:pt x="0" y="20636"/>
                    <a:pt x="20636" y="0"/>
                    <a:pt x="46093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424604" cy="33552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3740"/>
                </a:lnSpc>
                <a:spcBef>
                  <a:spcPct val="0"/>
                </a:spcBef>
              </a:pPr>
              <a:r>
                <a:rPr lang="en-US" b="true" sz="2671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Sprint 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77852" y="8781316"/>
            <a:ext cx="11393385" cy="1211305"/>
            <a:chOff x="0" y="0"/>
            <a:chExt cx="2618350" cy="2783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18350" cy="278374"/>
            </a:xfrm>
            <a:custGeom>
              <a:avLst/>
              <a:gdLst/>
              <a:ahLst/>
              <a:cxnLst/>
              <a:rect r="r" b="b" t="t" l="l"/>
              <a:pathLst>
                <a:path h="278374" w="2618350">
                  <a:moveTo>
                    <a:pt x="7475" y="0"/>
                  </a:moveTo>
                  <a:lnTo>
                    <a:pt x="2610876" y="0"/>
                  </a:lnTo>
                  <a:cubicBezTo>
                    <a:pt x="2615004" y="0"/>
                    <a:pt x="2618350" y="3346"/>
                    <a:pt x="2618350" y="7475"/>
                  </a:cubicBezTo>
                  <a:lnTo>
                    <a:pt x="2618350" y="270899"/>
                  </a:lnTo>
                  <a:cubicBezTo>
                    <a:pt x="2618350" y="275027"/>
                    <a:pt x="2615004" y="278374"/>
                    <a:pt x="2610876" y="278374"/>
                  </a:cubicBezTo>
                  <a:lnTo>
                    <a:pt x="7475" y="278374"/>
                  </a:lnTo>
                  <a:cubicBezTo>
                    <a:pt x="3346" y="278374"/>
                    <a:pt x="0" y="275027"/>
                    <a:pt x="0" y="270899"/>
                  </a:cubicBezTo>
                  <a:lnTo>
                    <a:pt x="0" y="7475"/>
                  </a:lnTo>
                  <a:cubicBezTo>
                    <a:pt x="0" y="3346"/>
                    <a:pt x="3346" y="0"/>
                    <a:pt x="7475" y="0"/>
                  </a:cubicBezTo>
                  <a:close/>
                </a:path>
              </a:pathLst>
            </a:custGeom>
            <a:solidFill>
              <a:srgbClr val="BAD6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28575"/>
              <a:ext cx="2618350" cy="24979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1577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4477852" y="1957845"/>
            <a:ext cx="10508842" cy="0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4493182" y="1687984"/>
            <a:ext cx="0" cy="846321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7333864" y="1687984"/>
            <a:ext cx="0" cy="846321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10174546" y="646734"/>
            <a:ext cx="0" cy="1887570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13015228" y="1687984"/>
            <a:ext cx="0" cy="846321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 flipV="true">
            <a:off x="14964234" y="1498540"/>
            <a:ext cx="0" cy="8788460"/>
          </a:xfrm>
          <a:prstGeom prst="line">
            <a:avLst/>
          </a:prstGeom>
          <a:ln cap="flat" w="2857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4477852" y="2205999"/>
            <a:ext cx="2856012" cy="60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Noviembre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18534" y="2205999"/>
            <a:ext cx="2856012" cy="60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Diciembre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59216" y="2205999"/>
            <a:ext cx="2856012" cy="60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Enero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18066" y="2205999"/>
            <a:ext cx="2856012" cy="60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57"/>
              </a:lnSpc>
              <a:spcBef>
                <a:spcPct val="0"/>
              </a:spcBef>
            </a:pPr>
            <a:r>
              <a:rPr lang="en-US" b="true" sz="3540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Febrero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485528" y="3196814"/>
            <a:ext cx="1420331" cy="1199100"/>
            <a:chOff x="0" y="0"/>
            <a:chExt cx="326411" cy="2755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6411" cy="275569"/>
            </a:xfrm>
            <a:custGeom>
              <a:avLst/>
              <a:gdLst/>
              <a:ahLst/>
              <a:cxnLst/>
              <a:rect r="r" b="b" t="t" l="l"/>
              <a:pathLst>
                <a:path h="275569" w="326411">
                  <a:moveTo>
                    <a:pt x="59959" y="0"/>
                  </a:moveTo>
                  <a:lnTo>
                    <a:pt x="266452" y="0"/>
                  </a:lnTo>
                  <a:cubicBezTo>
                    <a:pt x="299566" y="0"/>
                    <a:pt x="326411" y="26844"/>
                    <a:pt x="326411" y="59959"/>
                  </a:cubicBezTo>
                  <a:lnTo>
                    <a:pt x="326411" y="215610"/>
                  </a:lnTo>
                  <a:cubicBezTo>
                    <a:pt x="326411" y="248725"/>
                    <a:pt x="299566" y="275569"/>
                    <a:pt x="266452" y="275569"/>
                  </a:cubicBezTo>
                  <a:lnTo>
                    <a:pt x="59959" y="275569"/>
                  </a:lnTo>
                  <a:cubicBezTo>
                    <a:pt x="26844" y="275569"/>
                    <a:pt x="0" y="248725"/>
                    <a:pt x="0" y="215610"/>
                  </a:cubicBezTo>
                  <a:lnTo>
                    <a:pt x="0" y="59959"/>
                  </a:lnTo>
                  <a:cubicBezTo>
                    <a:pt x="0" y="26844"/>
                    <a:pt x="26844" y="0"/>
                    <a:pt x="59959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38100"/>
              <a:ext cx="326411" cy="237469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2151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06/11 - 14/11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905858" y="4622731"/>
            <a:ext cx="1868051" cy="1211305"/>
            <a:chOff x="0" y="0"/>
            <a:chExt cx="429303" cy="27837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29303" cy="278374"/>
            </a:xfrm>
            <a:custGeom>
              <a:avLst/>
              <a:gdLst/>
              <a:ahLst/>
              <a:cxnLst/>
              <a:rect r="r" b="b" t="t" l="l"/>
              <a:pathLst>
                <a:path h="278374" w="429303">
                  <a:moveTo>
                    <a:pt x="45588" y="0"/>
                  </a:moveTo>
                  <a:lnTo>
                    <a:pt x="383714" y="0"/>
                  </a:lnTo>
                  <a:cubicBezTo>
                    <a:pt x="395805" y="0"/>
                    <a:pt x="407401" y="4803"/>
                    <a:pt x="415950" y="13352"/>
                  </a:cubicBezTo>
                  <a:cubicBezTo>
                    <a:pt x="424500" y="21902"/>
                    <a:pt x="429303" y="33497"/>
                    <a:pt x="429303" y="45588"/>
                  </a:cubicBezTo>
                  <a:lnTo>
                    <a:pt x="429303" y="232786"/>
                  </a:lnTo>
                  <a:cubicBezTo>
                    <a:pt x="429303" y="244876"/>
                    <a:pt x="424500" y="256472"/>
                    <a:pt x="415950" y="265021"/>
                  </a:cubicBezTo>
                  <a:cubicBezTo>
                    <a:pt x="407401" y="273571"/>
                    <a:pt x="395805" y="278374"/>
                    <a:pt x="383714" y="278374"/>
                  </a:cubicBezTo>
                  <a:lnTo>
                    <a:pt x="45588" y="278374"/>
                  </a:lnTo>
                  <a:cubicBezTo>
                    <a:pt x="33497" y="278374"/>
                    <a:pt x="21902" y="273571"/>
                    <a:pt x="13352" y="265021"/>
                  </a:cubicBezTo>
                  <a:cubicBezTo>
                    <a:pt x="4803" y="256472"/>
                    <a:pt x="0" y="244876"/>
                    <a:pt x="0" y="232786"/>
                  </a:cubicBezTo>
                  <a:lnTo>
                    <a:pt x="0" y="45588"/>
                  </a:lnTo>
                  <a:cubicBezTo>
                    <a:pt x="0" y="33497"/>
                    <a:pt x="4803" y="21902"/>
                    <a:pt x="13352" y="13352"/>
                  </a:cubicBezTo>
                  <a:cubicBezTo>
                    <a:pt x="21902" y="4803"/>
                    <a:pt x="33497" y="0"/>
                    <a:pt x="45588" y="0"/>
                  </a:cubicBez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38100"/>
              <a:ext cx="429303" cy="24027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2151"/>
                </a:lnSpc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20/11 - 04/12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73909" y="6019325"/>
            <a:ext cx="4143556" cy="1211305"/>
            <a:chOff x="0" y="0"/>
            <a:chExt cx="952244" cy="27837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2244" cy="278374"/>
            </a:xfrm>
            <a:custGeom>
              <a:avLst/>
              <a:gdLst/>
              <a:ahLst/>
              <a:cxnLst/>
              <a:rect r="r" b="b" t="t" l="l"/>
              <a:pathLst>
                <a:path h="278374" w="952244">
                  <a:moveTo>
                    <a:pt x="20553" y="0"/>
                  </a:moveTo>
                  <a:lnTo>
                    <a:pt x="931691" y="0"/>
                  </a:lnTo>
                  <a:cubicBezTo>
                    <a:pt x="937142" y="0"/>
                    <a:pt x="942370" y="2165"/>
                    <a:pt x="946224" y="6020"/>
                  </a:cubicBezTo>
                  <a:cubicBezTo>
                    <a:pt x="950078" y="9874"/>
                    <a:pt x="952244" y="15102"/>
                    <a:pt x="952244" y="20553"/>
                  </a:cubicBezTo>
                  <a:lnTo>
                    <a:pt x="952244" y="257821"/>
                  </a:lnTo>
                  <a:cubicBezTo>
                    <a:pt x="952244" y="263272"/>
                    <a:pt x="950078" y="268500"/>
                    <a:pt x="946224" y="272354"/>
                  </a:cubicBezTo>
                  <a:cubicBezTo>
                    <a:pt x="942370" y="276209"/>
                    <a:pt x="937142" y="278374"/>
                    <a:pt x="931691" y="278374"/>
                  </a:cubicBezTo>
                  <a:lnTo>
                    <a:pt x="20553" y="278374"/>
                  </a:lnTo>
                  <a:cubicBezTo>
                    <a:pt x="15102" y="278374"/>
                    <a:pt x="9874" y="276209"/>
                    <a:pt x="6020" y="272354"/>
                  </a:cubicBezTo>
                  <a:cubicBezTo>
                    <a:pt x="2165" y="268500"/>
                    <a:pt x="0" y="263272"/>
                    <a:pt x="0" y="257821"/>
                  </a:cubicBezTo>
                  <a:lnTo>
                    <a:pt x="0" y="20553"/>
                  </a:lnTo>
                  <a:cubicBezTo>
                    <a:pt x="0" y="15102"/>
                    <a:pt x="2165" y="9874"/>
                    <a:pt x="6020" y="6020"/>
                  </a:cubicBezTo>
                  <a:cubicBezTo>
                    <a:pt x="9874" y="2165"/>
                    <a:pt x="15102" y="0"/>
                    <a:pt x="20553" y="0"/>
                  </a:cubicBezTo>
                  <a:close/>
                </a:path>
              </a:pathLst>
            </a:custGeom>
            <a:solidFill>
              <a:srgbClr val="FF5757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38100"/>
              <a:ext cx="952244" cy="24027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2151"/>
                </a:lnSpc>
              </a:pPr>
              <a:r>
                <a:rPr lang="en-US" b="true" sz="210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05/12 - 24/01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917465" y="7394360"/>
            <a:ext cx="1097762" cy="1328470"/>
            <a:chOff x="0" y="0"/>
            <a:chExt cx="252280" cy="3053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52280" cy="305300"/>
            </a:xfrm>
            <a:custGeom>
              <a:avLst/>
              <a:gdLst/>
              <a:ahLst/>
              <a:cxnLst/>
              <a:rect r="r" b="b" t="t" l="l"/>
              <a:pathLst>
                <a:path h="305300" w="252280">
                  <a:moveTo>
                    <a:pt x="77577" y="0"/>
                  </a:moveTo>
                  <a:lnTo>
                    <a:pt x="174703" y="0"/>
                  </a:lnTo>
                  <a:cubicBezTo>
                    <a:pt x="217548" y="0"/>
                    <a:pt x="252280" y="34732"/>
                    <a:pt x="252280" y="77577"/>
                  </a:cubicBezTo>
                  <a:lnTo>
                    <a:pt x="252280" y="227723"/>
                  </a:lnTo>
                  <a:cubicBezTo>
                    <a:pt x="252280" y="248297"/>
                    <a:pt x="244107" y="268030"/>
                    <a:pt x="229558" y="282578"/>
                  </a:cubicBezTo>
                  <a:cubicBezTo>
                    <a:pt x="215010" y="297127"/>
                    <a:pt x="195278" y="305300"/>
                    <a:pt x="174703" y="305300"/>
                  </a:cubicBezTo>
                  <a:lnTo>
                    <a:pt x="77577" y="305300"/>
                  </a:lnTo>
                  <a:cubicBezTo>
                    <a:pt x="57002" y="305300"/>
                    <a:pt x="37270" y="297127"/>
                    <a:pt x="22722" y="282578"/>
                  </a:cubicBezTo>
                  <a:cubicBezTo>
                    <a:pt x="8173" y="268030"/>
                    <a:pt x="0" y="248297"/>
                    <a:pt x="0" y="227723"/>
                  </a:cubicBezTo>
                  <a:lnTo>
                    <a:pt x="0" y="77577"/>
                  </a:lnTo>
                  <a:cubicBezTo>
                    <a:pt x="0" y="57002"/>
                    <a:pt x="8173" y="37270"/>
                    <a:pt x="22722" y="22722"/>
                  </a:cubicBezTo>
                  <a:cubicBezTo>
                    <a:pt x="37270" y="8173"/>
                    <a:pt x="57002" y="0"/>
                    <a:pt x="77577" y="0"/>
                  </a:cubicBezTo>
                  <a:close/>
                </a:path>
              </a:pathLst>
            </a:custGeom>
            <a:solidFill>
              <a:srgbClr val="FF5757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104775"/>
              <a:ext cx="252280" cy="200525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1413"/>
                </a:lnSpc>
              </a:pPr>
              <a:r>
                <a:rPr lang="en-US" b="true" sz="210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24/01 - 02/02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015228" y="8791714"/>
            <a:ext cx="1932382" cy="1211305"/>
            <a:chOff x="0" y="0"/>
            <a:chExt cx="444087" cy="27837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4087" cy="278374"/>
            </a:xfrm>
            <a:custGeom>
              <a:avLst/>
              <a:gdLst/>
              <a:ahLst/>
              <a:cxnLst/>
              <a:rect r="r" b="b" t="t" l="l"/>
              <a:pathLst>
                <a:path h="278374" w="444087">
                  <a:moveTo>
                    <a:pt x="44071" y="0"/>
                  </a:moveTo>
                  <a:lnTo>
                    <a:pt x="400016" y="0"/>
                  </a:lnTo>
                  <a:cubicBezTo>
                    <a:pt x="411705" y="0"/>
                    <a:pt x="422914" y="4643"/>
                    <a:pt x="431179" y="12908"/>
                  </a:cubicBezTo>
                  <a:cubicBezTo>
                    <a:pt x="439444" y="21173"/>
                    <a:pt x="444087" y="32382"/>
                    <a:pt x="444087" y="44071"/>
                  </a:cubicBezTo>
                  <a:lnTo>
                    <a:pt x="444087" y="234303"/>
                  </a:lnTo>
                  <a:cubicBezTo>
                    <a:pt x="444087" y="258643"/>
                    <a:pt x="424356" y="278374"/>
                    <a:pt x="400016" y="278374"/>
                  </a:cubicBezTo>
                  <a:lnTo>
                    <a:pt x="44071" y="278374"/>
                  </a:lnTo>
                  <a:cubicBezTo>
                    <a:pt x="19731" y="278374"/>
                    <a:pt x="0" y="258643"/>
                    <a:pt x="0" y="234303"/>
                  </a:cubicBezTo>
                  <a:lnTo>
                    <a:pt x="0" y="44071"/>
                  </a:lnTo>
                  <a:cubicBezTo>
                    <a:pt x="0" y="19731"/>
                    <a:pt x="19731" y="0"/>
                    <a:pt x="44071" y="0"/>
                  </a:cubicBezTo>
                  <a:close/>
                </a:path>
              </a:pathLst>
            </a:custGeom>
            <a:solidFill>
              <a:srgbClr val="FF5757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38100"/>
              <a:ext cx="444087" cy="240274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 marL="0" indent="0" lvl="0">
                <a:lnSpc>
                  <a:spcPts val="2151"/>
                </a:lnSpc>
              </a:pPr>
              <a:r>
                <a:rPr lang="en-US" b="true" sz="210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03/02 - 06/02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6632021" y="551484"/>
            <a:ext cx="1423829" cy="82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</a:pPr>
            <a:r>
              <a:rPr lang="en-US" b="true" sz="4781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2025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76394" y="572244"/>
            <a:ext cx="1447006" cy="82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3"/>
              </a:lnSpc>
            </a:pPr>
            <a:r>
              <a:rPr lang="en-US" b="true" sz="4781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2026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365823" y="103984"/>
            <a:ext cx="1241743" cy="1073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1"/>
              </a:lnSpc>
            </a:pPr>
            <a:r>
              <a:rPr lang="en-US" b="true" sz="3093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Límite </a:t>
            </a:r>
          </a:p>
          <a:p>
            <a:pPr algn="ctr">
              <a:lnSpc>
                <a:spcPts val="4331"/>
              </a:lnSpc>
            </a:pPr>
            <a:r>
              <a:rPr lang="en-US" b="true" sz="3093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06/02</a:t>
            </a:r>
          </a:p>
        </p:txBody>
      </p:sp>
      <p:sp>
        <p:nvSpPr>
          <p:cNvPr name="AutoShape 60" id="60"/>
          <p:cNvSpPr/>
          <p:nvPr/>
        </p:nvSpPr>
        <p:spPr>
          <a:xfrm>
            <a:off x="5905858" y="3796364"/>
            <a:ext cx="934025" cy="826368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7773909" y="5228384"/>
            <a:ext cx="1503896" cy="780542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>
            <a:off x="11917465" y="6624977"/>
            <a:ext cx="548881" cy="769383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>
            <a:off x="13015228" y="8058595"/>
            <a:ext cx="1030844" cy="722720"/>
          </a:xfrm>
          <a:prstGeom prst="line">
            <a:avLst/>
          </a:prstGeom>
          <a:ln cap="flat" w="57150">
            <a:solidFill>
              <a:srgbClr val="73737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301419" y="4084319"/>
            <a:ext cx="1652455" cy="818585"/>
            <a:chOff x="0" y="0"/>
            <a:chExt cx="379756" cy="18812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79756" cy="188122"/>
            </a:xfrm>
            <a:custGeom>
              <a:avLst/>
              <a:gdLst/>
              <a:ahLst/>
              <a:cxnLst/>
              <a:rect r="r" b="b" t="t" l="l"/>
              <a:pathLst>
                <a:path h="188122" w="379756">
                  <a:moveTo>
                    <a:pt x="51536" y="0"/>
                  </a:moveTo>
                  <a:lnTo>
                    <a:pt x="328220" y="0"/>
                  </a:lnTo>
                  <a:cubicBezTo>
                    <a:pt x="356682" y="0"/>
                    <a:pt x="379756" y="23074"/>
                    <a:pt x="379756" y="51536"/>
                  </a:cubicBezTo>
                  <a:lnTo>
                    <a:pt x="379756" y="136585"/>
                  </a:lnTo>
                  <a:cubicBezTo>
                    <a:pt x="379756" y="150254"/>
                    <a:pt x="374326" y="163362"/>
                    <a:pt x="364661" y="173027"/>
                  </a:cubicBezTo>
                  <a:cubicBezTo>
                    <a:pt x="354996" y="182692"/>
                    <a:pt x="341888" y="188122"/>
                    <a:pt x="328220" y="188122"/>
                  </a:cubicBezTo>
                  <a:lnTo>
                    <a:pt x="51536" y="188122"/>
                  </a:lnTo>
                  <a:cubicBezTo>
                    <a:pt x="23074" y="188122"/>
                    <a:pt x="0" y="165048"/>
                    <a:pt x="0" y="136585"/>
                  </a:cubicBezTo>
                  <a:lnTo>
                    <a:pt x="0" y="51536"/>
                  </a:lnTo>
                  <a:cubicBezTo>
                    <a:pt x="0" y="37868"/>
                    <a:pt x="5430" y="24759"/>
                    <a:pt x="15095" y="15095"/>
                  </a:cubicBezTo>
                  <a:cubicBezTo>
                    <a:pt x="24759" y="5430"/>
                    <a:pt x="37868" y="0"/>
                    <a:pt x="51536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79756" cy="226222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2953"/>
                </a:lnSpc>
                <a:spcBef>
                  <a:spcPct val="0"/>
                </a:spcBef>
              </a:pPr>
              <a:r>
                <a:rPr lang="en-US" b="true" sz="2109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 tiempo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01419" y="7569516"/>
            <a:ext cx="1652455" cy="818585"/>
            <a:chOff x="0" y="0"/>
            <a:chExt cx="379756" cy="18812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79756" cy="188122"/>
            </a:xfrm>
            <a:custGeom>
              <a:avLst/>
              <a:gdLst/>
              <a:ahLst/>
              <a:cxnLst/>
              <a:rect r="r" b="b" t="t" l="l"/>
              <a:pathLst>
                <a:path h="188122" w="379756">
                  <a:moveTo>
                    <a:pt x="51536" y="0"/>
                  </a:moveTo>
                  <a:lnTo>
                    <a:pt x="328220" y="0"/>
                  </a:lnTo>
                  <a:cubicBezTo>
                    <a:pt x="356682" y="0"/>
                    <a:pt x="379756" y="23074"/>
                    <a:pt x="379756" y="51536"/>
                  </a:cubicBezTo>
                  <a:lnTo>
                    <a:pt x="379756" y="136585"/>
                  </a:lnTo>
                  <a:cubicBezTo>
                    <a:pt x="379756" y="150254"/>
                    <a:pt x="374326" y="163362"/>
                    <a:pt x="364661" y="173027"/>
                  </a:cubicBezTo>
                  <a:cubicBezTo>
                    <a:pt x="354996" y="182692"/>
                    <a:pt x="341888" y="188122"/>
                    <a:pt x="328220" y="188122"/>
                  </a:cubicBezTo>
                  <a:lnTo>
                    <a:pt x="51536" y="188122"/>
                  </a:lnTo>
                  <a:cubicBezTo>
                    <a:pt x="23074" y="188122"/>
                    <a:pt x="0" y="165048"/>
                    <a:pt x="0" y="136585"/>
                  </a:cubicBezTo>
                  <a:lnTo>
                    <a:pt x="0" y="51536"/>
                  </a:lnTo>
                  <a:cubicBezTo>
                    <a:pt x="0" y="37868"/>
                    <a:pt x="5430" y="24759"/>
                    <a:pt x="15095" y="15095"/>
                  </a:cubicBezTo>
                  <a:cubicBezTo>
                    <a:pt x="24759" y="5430"/>
                    <a:pt x="37868" y="0"/>
                    <a:pt x="51536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79756" cy="226222"/>
            </a:xfrm>
            <a:prstGeom prst="rect">
              <a:avLst/>
            </a:prstGeom>
          </p:spPr>
          <p:txBody>
            <a:bodyPr anchor="ctr" rtlCol="false" tIns="250031" lIns="250031" bIns="250031" rIns="250031"/>
            <a:lstStyle/>
            <a:p>
              <a:pPr algn="ctr">
                <a:lnSpc>
                  <a:spcPts val="2953"/>
                </a:lnSpc>
                <a:spcBef>
                  <a:spcPct val="0"/>
                </a:spcBef>
              </a:pPr>
              <a:r>
                <a:rPr lang="en-US" b="true" sz="2109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Retraso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-449431" y="604998"/>
            <a:ext cx="6192865" cy="997127"/>
            <a:chOff x="0" y="0"/>
            <a:chExt cx="8257154" cy="1329502"/>
          </a:xfrm>
        </p:grpSpPr>
        <p:grpSp>
          <p:nvGrpSpPr>
            <p:cNvPr name="Group 71" id="71"/>
            <p:cNvGrpSpPr/>
            <p:nvPr/>
          </p:nvGrpSpPr>
          <p:grpSpPr>
            <a:xfrm rot="0">
              <a:off x="161372" y="119506"/>
              <a:ext cx="8095782" cy="1209997"/>
              <a:chOff x="0" y="0"/>
              <a:chExt cx="2719120" cy="406400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27191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9120">
                    <a:moveTo>
                      <a:pt x="251592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5920" y="406400"/>
                    </a:lnTo>
                    <a:lnTo>
                      <a:pt x="2719120" y="203200"/>
                    </a:lnTo>
                    <a:lnTo>
                      <a:pt x="2515920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-38100"/>
                <a:ext cx="260482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74" id="74"/>
            <p:cNvGrpSpPr/>
            <p:nvPr/>
          </p:nvGrpSpPr>
          <p:grpSpPr>
            <a:xfrm rot="0">
              <a:off x="0" y="0"/>
              <a:ext cx="8095782" cy="1209997"/>
              <a:chOff x="0" y="0"/>
              <a:chExt cx="2719120" cy="40640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271912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9120">
                    <a:moveTo>
                      <a:pt x="251592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5920" y="406400"/>
                    </a:lnTo>
                    <a:lnTo>
                      <a:pt x="2719120" y="203200"/>
                    </a:lnTo>
                    <a:lnTo>
                      <a:pt x="251592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260482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77" id="77"/>
          <p:cNvGrpSpPr/>
          <p:nvPr/>
        </p:nvGrpSpPr>
        <p:grpSpPr>
          <a:xfrm rot="0">
            <a:off x="-539060" y="0"/>
            <a:ext cx="6109761" cy="997127"/>
            <a:chOff x="0" y="0"/>
            <a:chExt cx="8146348" cy="1329502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8061725" cy="1209997"/>
              <a:chOff x="0" y="0"/>
              <a:chExt cx="2707681" cy="4064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84623" y="119506"/>
              <a:ext cx="8061725" cy="1209997"/>
              <a:chOff x="0" y="0"/>
              <a:chExt cx="2707681" cy="4064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270768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07681">
                    <a:moveTo>
                      <a:pt x="250448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04481" y="406400"/>
                    </a:lnTo>
                    <a:lnTo>
                      <a:pt x="2707681" y="203200"/>
                    </a:lnTo>
                    <a:lnTo>
                      <a:pt x="2504481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0" y="-38100"/>
                <a:ext cx="259338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TextBox 84" id="84"/>
          <p:cNvSpPr txBox="true"/>
          <p:nvPr/>
        </p:nvSpPr>
        <p:spPr>
          <a:xfrm rot="0">
            <a:off x="293148" y="-61086"/>
            <a:ext cx="4947129" cy="91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9"/>
              </a:lnSpc>
              <a:spcBef>
                <a:spcPct val="0"/>
              </a:spcBef>
            </a:pPr>
            <a:r>
              <a:rPr lang="en-US" b="true" sz="5292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METODOLOGÍA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93148" y="778084"/>
            <a:ext cx="4947129" cy="69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3"/>
              </a:lnSpc>
              <a:spcBef>
                <a:spcPct val="0"/>
              </a:spcBef>
            </a:pPr>
            <a:r>
              <a:rPr lang="en-US" b="true" sz="4116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Planificación final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18</a:t>
            </a:r>
          </a:p>
        </p:txBody>
      </p:sp>
      <p:sp>
        <p:nvSpPr>
          <p:cNvPr name="Freeform 87" id="87"/>
          <p:cNvSpPr/>
          <p:nvPr/>
        </p:nvSpPr>
        <p:spPr>
          <a:xfrm flipH="false" flipV="false" rot="0">
            <a:off x="15819289" y="167943"/>
            <a:ext cx="782560" cy="1091945"/>
          </a:xfrm>
          <a:custGeom>
            <a:avLst/>
            <a:gdLst/>
            <a:ahLst/>
            <a:cxnLst/>
            <a:rect r="r" b="b" t="t" l="l"/>
            <a:pathLst>
              <a:path h="1091945" w="782560">
                <a:moveTo>
                  <a:pt x="0" y="0"/>
                </a:moveTo>
                <a:lnTo>
                  <a:pt x="782561" y="0"/>
                </a:lnTo>
                <a:lnTo>
                  <a:pt x="782561" y="1091944"/>
                </a:lnTo>
                <a:lnTo>
                  <a:pt x="0" y="1091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6899960" y="101343"/>
            <a:ext cx="782560" cy="1225143"/>
          </a:xfrm>
          <a:custGeom>
            <a:avLst/>
            <a:gdLst/>
            <a:ahLst/>
            <a:cxnLst/>
            <a:rect r="r" b="b" t="t" l="l"/>
            <a:pathLst>
              <a:path h="1225143" w="782560">
                <a:moveTo>
                  <a:pt x="0" y="0"/>
                </a:moveTo>
                <a:lnTo>
                  <a:pt x="782560" y="0"/>
                </a:lnTo>
                <a:lnTo>
                  <a:pt x="782560" y="1225144"/>
                </a:lnTo>
                <a:lnTo>
                  <a:pt x="0" y="122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0131998" cy="1695450"/>
            <a:chOff x="0" y="0"/>
            <a:chExt cx="13509330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64017" y="203200"/>
              <a:ext cx="13245313" cy="2057400"/>
              <a:chOff x="0" y="0"/>
              <a:chExt cx="2616358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61635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616358">
                    <a:moveTo>
                      <a:pt x="241315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413158" y="406400"/>
                    </a:lnTo>
                    <a:lnTo>
                      <a:pt x="2616358" y="203200"/>
                    </a:lnTo>
                    <a:lnTo>
                      <a:pt x="2413158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50205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3245313" cy="2057400"/>
              <a:chOff x="0" y="0"/>
              <a:chExt cx="2616358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61635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616358">
                    <a:moveTo>
                      <a:pt x="241315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413158" y="406400"/>
                    </a:lnTo>
                    <a:lnTo>
                      <a:pt x="2616358" y="203200"/>
                    </a:lnTo>
                    <a:lnTo>
                      <a:pt x="2413158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50205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985569" cy="1695450"/>
            <a:chOff x="0" y="0"/>
            <a:chExt cx="1464742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4495271" cy="2057400"/>
              <a:chOff x="0" y="0"/>
              <a:chExt cx="2863263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6326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63263">
                    <a:moveTo>
                      <a:pt x="266006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60063" y="406400"/>
                    </a:lnTo>
                    <a:lnTo>
                      <a:pt x="2863263" y="203200"/>
                    </a:lnTo>
                    <a:lnTo>
                      <a:pt x="2660063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748963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2154" y="203200"/>
              <a:ext cx="14495271" cy="2057400"/>
              <a:chOff x="0" y="0"/>
              <a:chExt cx="2863263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6326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63263">
                    <a:moveTo>
                      <a:pt x="266006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60063" y="406400"/>
                    </a:lnTo>
                    <a:lnTo>
                      <a:pt x="2863263" y="203200"/>
                    </a:lnTo>
                    <a:lnTo>
                      <a:pt x="2660063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748963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6588087" y="5296382"/>
            <a:ext cx="3961642" cy="3565478"/>
          </a:xfrm>
          <a:custGeom>
            <a:avLst/>
            <a:gdLst/>
            <a:ahLst/>
            <a:cxnLst/>
            <a:rect r="r" b="b" t="t" l="l"/>
            <a:pathLst>
              <a:path h="3565478" w="3961642">
                <a:moveTo>
                  <a:pt x="0" y="0"/>
                </a:moveTo>
                <a:lnTo>
                  <a:pt x="3961642" y="0"/>
                </a:lnTo>
                <a:lnTo>
                  <a:pt x="3961642" y="3565477"/>
                </a:lnTo>
                <a:lnTo>
                  <a:pt x="0" y="3565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183B4E"/>
            </a:solidFill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778313" y="5412985"/>
            <a:ext cx="4969015" cy="3198804"/>
          </a:xfrm>
          <a:custGeom>
            <a:avLst/>
            <a:gdLst/>
            <a:ahLst/>
            <a:cxnLst/>
            <a:rect r="r" b="b" t="t" l="l"/>
            <a:pathLst>
              <a:path h="3198804" w="4969015">
                <a:moveTo>
                  <a:pt x="0" y="0"/>
                </a:moveTo>
                <a:lnTo>
                  <a:pt x="4969015" y="0"/>
                </a:lnTo>
                <a:lnTo>
                  <a:pt x="4969015" y="3198803"/>
                </a:lnTo>
                <a:lnTo>
                  <a:pt x="0" y="3198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183B4E"/>
            </a:soli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2849587">
            <a:off x="11355388" y="452255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9" y="0"/>
                </a:lnTo>
                <a:lnTo>
                  <a:pt x="2190759" y="2190758"/>
                </a:lnTo>
                <a:lnTo>
                  <a:pt x="0" y="2190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387929" y="4389706"/>
            <a:ext cx="6049650" cy="5245361"/>
          </a:xfrm>
          <a:custGeom>
            <a:avLst/>
            <a:gdLst/>
            <a:ahLst/>
            <a:cxnLst/>
            <a:rect r="r" b="b" t="t" l="l"/>
            <a:pathLst>
              <a:path h="5245361" w="6049650">
                <a:moveTo>
                  <a:pt x="0" y="0"/>
                </a:moveTo>
                <a:lnTo>
                  <a:pt x="6049650" y="0"/>
                </a:lnTo>
                <a:lnTo>
                  <a:pt x="6049650" y="5245361"/>
                </a:lnTo>
                <a:lnTo>
                  <a:pt x="0" y="52453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75973" y="-80969"/>
            <a:ext cx="8750038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HERRAMIENTAS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5973" y="1319219"/>
            <a:ext cx="7904392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Toma de muestras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13276" y="3437494"/>
            <a:ext cx="6242947" cy="1021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Nariz electrónica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87929" y="2913619"/>
            <a:ext cx="6242947" cy="206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  <a:spcBef>
                <a:spcPct val="0"/>
              </a:spcBef>
            </a:pPr>
            <a:r>
              <a:rPr lang="en-US" b="true" sz="58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Serial Bluetooth Terminal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19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1315901" cy="1695450"/>
            <a:chOff x="0" y="0"/>
            <a:chExt cx="15087869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94867" y="203200"/>
              <a:ext cx="14793001" cy="2057400"/>
              <a:chOff x="0" y="0"/>
              <a:chExt cx="2922074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922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922074">
                    <a:moveTo>
                      <a:pt x="2718874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718874" y="406400"/>
                    </a:lnTo>
                    <a:lnTo>
                      <a:pt x="2922074" y="203200"/>
                    </a:lnTo>
                    <a:lnTo>
                      <a:pt x="2718874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80777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4793001" cy="2057400"/>
              <a:chOff x="0" y="0"/>
              <a:chExt cx="2922074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92207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922074">
                    <a:moveTo>
                      <a:pt x="2718874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718874" y="406400"/>
                    </a:lnTo>
                    <a:lnTo>
                      <a:pt x="2922074" y="203200"/>
                    </a:lnTo>
                    <a:lnTo>
                      <a:pt x="2718874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80777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0985569" cy="1695450"/>
            <a:chOff x="0" y="0"/>
            <a:chExt cx="1464742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4495271" cy="2057400"/>
              <a:chOff x="0" y="0"/>
              <a:chExt cx="2863263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6326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63263">
                    <a:moveTo>
                      <a:pt x="266006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60063" y="406400"/>
                    </a:lnTo>
                    <a:lnTo>
                      <a:pt x="2863263" y="203200"/>
                    </a:lnTo>
                    <a:lnTo>
                      <a:pt x="2660063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748963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52154" y="203200"/>
              <a:ext cx="14495271" cy="2057400"/>
              <a:chOff x="0" y="0"/>
              <a:chExt cx="2863263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863263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63263">
                    <a:moveTo>
                      <a:pt x="2660063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60063" y="406400"/>
                    </a:lnTo>
                    <a:lnTo>
                      <a:pt x="2863263" y="203200"/>
                    </a:lnTo>
                    <a:lnTo>
                      <a:pt x="2660063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748963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12499028" y="3467096"/>
            <a:ext cx="5357506" cy="8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Sinffer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128203" y="3005193"/>
            <a:ext cx="0" cy="6581038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>
            <a:off x="12422828" y="3005193"/>
            <a:ext cx="0" cy="6581038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8480083" y="7050271"/>
            <a:ext cx="3463992" cy="861668"/>
          </a:xfrm>
          <a:custGeom>
            <a:avLst/>
            <a:gdLst/>
            <a:ahLst/>
            <a:cxnLst/>
            <a:rect r="r" b="b" t="t" l="l"/>
            <a:pathLst>
              <a:path h="861668" w="3463992">
                <a:moveTo>
                  <a:pt x="0" y="0"/>
                </a:moveTo>
                <a:lnTo>
                  <a:pt x="3463992" y="0"/>
                </a:lnTo>
                <a:lnTo>
                  <a:pt x="3463992" y="861668"/>
                </a:lnTo>
                <a:lnTo>
                  <a:pt x="0" y="861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982359" y="4025698"/>
            <a:ext cx="4451253" cy="1967500"/>
          </a:xfrm>
          <a:custGeom>
            <a:avLst/>
            <a:gdLst/>
            <a:ahLst/>
            <a:cxnLst/>
            <a:rect r="r" b="b" t="t" l="l"/>
            <a:pathLst>
              <a:path h="1967500" w="4451253">
                <a:moveTo>
                  <a:pt x="0" y="0"/>
                </a:moveTo>
                <a:lnTo>
                  <a:pt x="4451253" y="0"/>
                </a:lnTo>
                <a:lnTo>
                  <a:pt x="4451253" y="1967500"/>
                </a:lnTo>
                <a:lnTo>
                  <a:pt x="0" y="19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65247" y="5744816"/>
            <a:ext cx="3746832" cy="1086581"/>
          </a:xfrm>
          <a:custGeom>
            <a:avLst/>
            <a:gdLst/>
            <a:ahLst/>
            <a:cxnLst/>
            <a:rect r="r" b="b" t="t" l="l"/>
            <a:pathLst>
              <a:path h="1086581" w="3746832">
                <a:moveTo>
                  <a:pt x="0" y="0"/>
                </a:moveTo>
                <a:lnTo>
                  <a:pt x="3746832" y="0"/>
                </a:lnTo>
                <a:lnTo>
                  <a:pt x="3746832" y="1086582"/>
                </a:lnTo>
                <a:lnTo>
                  <a:pt x="0" y="1086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120699" y="7879148"/>
            <a:ext cx="1873416" cy="1873416"/>
          </a:xfrm>
          <a:custGeom>
            <a:avLst/>
            <a:gdLst/>
            <a:ahLst/>
            <a:cxnLst/>
            <a:rect r="r" b="b" t="t" l="l"/>
            <a:pathLst>
              <a:path h="1873416" w="1873416">
                <a:moveTo>
                  <a:pt x="0" y="0"/>
                </a:moveTo>
                <a:lnTo>
                  <a:pt x="1873417" y="0"/>
                </a:lnTo>
                <a:lnTo>
                  <a:pt x="1873417" y="1873416"/>
                </a:lnTo>
                <a:lnTo>
                  <a:pt x="0" y="18734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6192" y="5804890"/>
            <a:ext cx="3352429" cy="3352429"/>
          </a:xfrm>
          <a:custGeom>
            <a:avLst/>
            <a:gdLst/>
            <a:ahLst/>
            <a:cxnLst/>
            <a:rect r="r" b="b" t="t" l="l"/>
            <a:pathLst>
              <a:path h="3352429" w="3352429">
                <a:moveTo>
                  <a:pt x="0" y="0"/>
                </a:moveTo>
                <a:lnTo>
                  <a:pt x="3352429" y="0"/>
                </a:lnTo>
                <a:lnTo>
                  <a:pt x="3352429" y="3352429"/>
                </a:lnTo>
                <a:lnTo>
                  <a:pt x="0" y="3352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755729" y="5804890"/>
            <a:ext cx="4844105" cy="1407689"/>
          </a:xfrm>
          <a:custGeom>
            <a:avLst/>
            <a:gdLst/>
            <a:ahLst/>
            <a:cxnLst/>
            <a:rect r="r" b="b" t="t" l="l"/>
            <a:pathLst>
              <a:path h="1407689" w="4844105">
                <a:moveTo>
                  <a:pt x="0" y="0"/>
                </a:moveTo>
                <a:lnTo>
                  <a:pt x="4844105" y="0"/>
                </a:lnTo>
                <a:lnTo>
                  <a:pt x="4844105" y="1407689"/>
                </a:lnTo>
                <a:lnTo>
                  <a:pt x="0" y="1407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875973" y="-80969"/>
            <a:ext cx="8750038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HERRAMIENTAS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5973" y="1319219"/>
            <a:ext cx="9118142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Sistema desarrollado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3654" y="3403597"/>
            <a:ext cx="5357506" cy="173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Procesamiento y ampliación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65247" y="3467096"/>
            <a:ext cx="5357506" cy="8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Entrenamiento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1095156">
            <a:off x="11779417" y="137179"/>
            <a:ext cx="2630780" cy="2630780"/>
          </a:xfrm>
          <a:custGeom>
            <a:avLst/>
            <a:gdLst/>
            <a:ahLst/>
            <a:cxnLst/>
            <a:rect r="r" b="b" t="t" l="l"/>
            <a:pathLst>
              <a:path h="2630780" w="2630780">
                <a:moveTo>
                  <a:pt x="0" y="0"/>
                </a:moveTo>
                <a:lnTo>
                  <a:pt x="2630781" y="0"/>
                </a:lnTo>
                <a:lnTo>
                  <a:pt x="2630781" y="2630780"/>
                </a:lnTo>
                <a:lnTo>
                  <a:pt x="0" y="26307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20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1097028" cy="1695450"/>
            <a:chOff x="0" y="0"/>
            <a:chExt cx="14796038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89164" y="203200"/>
              <a:ext cx="14506874" cy="2057400"/>
              <a:chOff x="0" y="0"/>
              <a:chExt cx="2865555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86555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65555">
                    <a:moveTo>
                      <a:pt x="266235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62355" y="406400"/>
                    </a:lnTo>
                    <a:lnTo>
                      <a:pt x="2865555" y="203200"/>
                    </a:lnTo>
                    <a:lnTo>
                      <a:pt x="2662355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75125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4506874" cy="2057400"/>
              <a:chOff x="0" y="0"/>
              <a:chExt cx="2865555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6555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65555">
                    <a:moveTo>
                      <a:pt x="266235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62355" y="406400"/>
                    </a:lnTo>
                    <a:lnTo>
                      <a:pt x="2865555" y="203200"/>
                    </a:lnTo>
                    <a:lnTo>
                      <a:pt x="2662355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75125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2849587">
            <a:off x="11918003" y="2050636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9" y="0"/>
                </a:lnTo>
                <a:lnTo>
                  <a:pt x="2190759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723117" y="5761391"/>
            <a:ext cx="492744" cy="49274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3208682" y="4652372"/>
            <a:ext cx="5229564" cy="1296109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4" id="14"/>
          <p:cNvGrpSpPr/>
          <p:nvPr/>
        </p:nvGrpSpPr>
        <p:grpSpPr>
          <a:xfrm rot="0">
            <a:off x="8431067" y="4346717"/>
            <a:ext cx="492744" cy="49274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843784" y="5761391"/>
            <a:ext cx="492744" cy="49274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8918022" y="4646427"/>
            <a:ext cx="5960937" cy="1321541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3910335" y="6465237"/>
            <a:ext cx="2359642" cy="2735817"/>
          </a:xfrm>
          <a:custGeom>
            <a:avLst/>
            <a:gdLst/>
            <a:ahLst/>
            <a:cxnLst/>
            <a:rect r="r" b="b" t="t" l="l"/>
            <a:pathLst>
              <a:path h="2735817" w="2359642">
                <a:moveTo>
                  <a:pt x="0" y="0"/>
                </a:moveTo>
                <a:lnTo>
                  <a:pt x="2359642" y="0"/>
                </a:lnTo>
                <a:lnTo>
                  <a:pt x="2359642" y="2735817"/>
                </a:lnTo>
                <a:lnTo>
                  <a:pt x="0" y="2735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546252" y="5127069"/>
            <a:ext cx="2262373" cy="3153133"/>
          </a:xfrm>
          <a:custGeom>
            <a:avLst/>
            <a:gdLst/>
            <a:ahLst/>
            <a:cxnLst/>
            <a:rect r="r" b="b" t="t" l="l"/>
            <a:pathLst>
              <a:path h="3153133" w="2262373">
                <a:moveTo>
                  <a:pt x="0" y="0"/>
                </a:moveTo>
                <a:lnTo>
                  <a:pt x="2262373" y="0"/>
                </a:lnTo>
                <a:lnTo>
                  <a:pt x="2262373" y="3153133"/>
                </a:lnTo>
                <a:lnTo>
                  <a:pt x="0" y="3153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46717" y="6355654"/>
            <a:ext cx="4521685" cy="3203460"/>
            <a:chOff x="0" y="0"/>
            <a:chExt cx="1147268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47268" cy="812800"/>
            </a:xfrm>
            <a:custGeom>
              <a:avLst/>
              <a:gdLst/>
              <a:ahLst/>
              <a:cxnLst/>
              <a:rect r="r" b="b" t="t" l="l"/>
              <a:pathLst>
                <a:path h="812800" w="1147268">
                  <a:moveTo>
                    <a:pt x="39380" y="0"/>
                  </a:moveTo>
                  <a:lnTo>
                    <a:pt x="1107888" y="0"/>
                  </a:lnTo>
                  <a:cubicBezTo>
                    <a:pt x="1118332" y="0"/>
                    <a:pt x="1128348" y="4149"/>
                    <a:pt x="1135733" y="11534"/>
                  </a:cubicBezTo>
                  <a:cubicBezTo>
                    <a:pt x="1143119" y="18919"/>
                    <a:pt x="1147268" y="28936"/>
                    <a:pt x="1147268" y="39380"/>
                  </a:cubicBezTo>
                  <a:lnTo>
                    <a:pt x="1147268" y="773420"/>
                  </a:lnTo>
                  <a:cubicBezTo>
                    <a:pt x="1147268" y="783864"/>
                    <a:pt x="1143119" y="793881"/>
                    <a:pt x="1135733" y="801266"/>
                  </a:cubicBezTo>
                  <a:cubicBezTo>
                    <a:pt x="1128348" y="808651"/>
                    <a:pt x="1118332" y="812800"/>
                    <a:pt x="1107888" y="812800"/>
                  </a:cubicBezTo>
                  <a:lnTo>
                    <a:pt x="39380" y="812800"/>
                  </a:lnTo>
                  <a:cubicBezTo>
                    <a:pt x="28936" y="812800"/>
                    <a:pt x="18919" y="808651"/>
                    <a:pt x="11534" y="801266"/>
                  </a:cubicBezTo>
                  <a:cubicBezTo>
                    <a:pt x="4149" y="793881"/>
                    <a:pt x="0" y="783864"/>
                    <a:pt x="0" y="773420"/>
                  </a:cubicBezTo>
                  <a:lnTo>
                    <a:pt x="0" y="39380"/>
                  </a:lnTo>
                  <a:cubicBezTo>
                    <a:pt x="0" y="28936"/>
                    <a:pt x="4149" y="18919"/>
                    <a:pt x="11534" y="11534"/>
                  </a:cubicBezTo>
                  <a:cubicBezTo>
                    <a:pt x="18919" y="4149"/>
                    <a:pt x="28936" y="0"/>
                    <a:pt x="3938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931" r="0" b="-2931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875973" y="1319219"/>
            <a:ext cx="8720191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Creación del dataset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6717" y="3982910"/>
            <a:ext cx="4338288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Toma de muestras “Buenas” y “Malas”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08295" y="3019068"/>
            <a:ext cx="4338288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Procesamiento de datos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21012" y="4763262"/>
            <a:ext cx="4338288" cy="56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Aumento de datos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6783" y="8352770"/>
            <a:ext cx="2696740" cy="41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b="true" sz="23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Augmentation.py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75043" y="8352770"/>
            <a:ext cx="2696740" cy="41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b="true" sz="23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Limpiador.py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-539060" y="0"/>
            <a:ext cx="16915038" cy="1695450"/>
            <a:chOff x="0" y="0"/>
            <a:chExt cx="22553383" cy="22606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2319104" cy="2057400"/>
              <a:chOff x="0" y="0"/>
              <a:chExt cx="4408712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40871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408712">
                    <a:moveTo>
                      <a:pt x="420551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205512" y="406400"/>
                    </a:lnTo>
                    <a:lnTo>
                      <a:pt x="4408712" y="203200"/>
                    </a:lnTo>
                    <a:lnTo>
                      <a:pt x="4205512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429441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34280" y="203200"/>
              <a:ext cx="22319104" cy="2057400"/>
              <a:chOff x="0" y="0"/>
              <a:chExt cx="4408712" cy="406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0871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408712">
                    <a:moveTo>
                      <a:pt x="420551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205512" y="406400"/>
                    </a:lnTo>
                    <a:lnTo>
                      <a:pt x="4408712" y="203200"/>
                    </a:lnTo>
                    <a:lnTo>
                      <a:pt x="4205512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29441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38" id="38"/>
          <p:cNvSpPr txBox="true"/>
          <p:nvPr/>
        </p:nvSpPr>
        <p:spPr>
          <a:xfrm rot="0">
            <a:off x="875973" y="-80969"/>
            <a:ext cx="15326176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DESARROLLO DEL SISTEMA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21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5180183" y="1796273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6816182" y="1695450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9" y="0"/>
                </a:lnTo>
                <a:lnTo>
                  <a:pt x="1184699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3066885" cy="1695450"/>
            <a:chOff x="0" y="0"/>
            <a:chExt cx="17422514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40494" y="203200"/>
              <a:ext cx="17082020" cy="2057400"/>
              <a:chOff x="0" y="0"/>
              <a:chExt cx="3374226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37422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74226">
                    <a:moveTo>
                      <a:pt x="317102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171026" y="406400"/>
                    </a:lnTo>
                    <a:lnTo>
                      <a:pt x="3374226" y="203200"/>
                    </a:lnTo>
                    <a:lnTo>
                      <a:pt x="3171026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25992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7082020" cy="2057400"/>
              <a:chOff x="0" y="0"/>
              <a:chExt cx="3374226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37422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74226">
                    <a:moveTo>
                      <a:pt x="317102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171026" y="406400"/>
                    </a:lnTo>
                    <a:lnTo>
                      <a:pt x="3374226" y="203200"/>
                    </a:lnTo>
                    <a:lnTo>
                      <a:pt x="3171026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25992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6915038" cy="1695450"/>
            <a:chOff x="0" y="0"/>
            <a:chExt cx="2255338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2319104" cy="2057400"/>
              <a:chOff x="0" y="0"/>
              <a:chExt cx="4408712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0871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408712">
                    <a:moveTo>
                      <a:pt x="420551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205512" y="406400"/>
                    </a:lnTo>
                    <a:lnTo>
                      <a:pt x="4408712" y="203200"/>
                    </a:lnTo>
                    <a:lnTo>
                      <a:pt x="4205512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29441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34280" y="203200"/>
              <a:ext cx="22319104" cy="2057400"/>
              <a:chOff x="0" y="0"/>
              <a:chExt cx="4408712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40871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408712">
                    <a:moveTo>
                      <a:pt x="420551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205512" y="406400"/>
                    </a:lnTo>
                    <a:lnTo>
                      <a:pt x="4408712" y="203200"/>
                    </a:lnTo>
                    <a:lnTo>
                      <a:pt x="4205512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29441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2849587">
            <a:off x="12778063" y="2435051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8" y="0"/>
                </a:lnTo>
                <a:lnTo>
                  <a:pt x="2190758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75973" y="-80969"/>
            <a:ext cx="15326176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DESARROLLO DEL SISTEMA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973" y="1319219"/>
            <a:ext cx="11048204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Entrenamiento de la ANN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98130" y="5257199"/>
            <a:ext cx="2828086" cy="876744"/>
            <a:chOff x="0" y="0"/>
            <a:chExt cx="956764" cy="2966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6764" cy="296609"/>
            </a:xfrm>
            <a:custGeom>
              <a:avLst/>
              <a:gdLst/>
              <a:ahLst/>
              <a:cxnLst/>
              <a:rect r="r" b="b" t="t" l="l"/>
              <a:pathLst>
                <a:path h="296609" w="956764">
                  <a:moveTo>
                    <a:pt x="0" y="0"/>
                  </a:moveTo>
                  <a:lnTo>
                    <a:pt x="956764" y="0"/>
                  </a:lnTo>
                  <a:lnTo>
                    <a:pt x="956764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56764" cy="34423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Importación de librerías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77084" y="3283747"/>
            <a:ext cx="3870179" cy="1113840"/>
            <a:chOff x="0" y="0"/>
            <a:chExt cx="931912" cy="2682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1912" cy="268205"/>
            </a:xfrm>
            <a:custGeom>
              <a:avLst/>
              <a:gdLst/>
              <a:ahLst/>
              <a:cxnLst/>
              <a:rect r="r" b="b" t="t" l="l"/>
              <a:pathLst>
                <a:path h="268205" w="931912">
                  <a:moveTo>
                    <a:pt x="110022" y="0"/>
                  </a:moveTo>
                  <a:lnTo>
                    <a:pt x="821890" y="0"/>
                  </a:lnTo>
                  <a:cubicBezTo>
                    <a:pt x="882654" y="0"/>
                    <a:pt x="931912" y="49259"/>
                    <a:pt x="931912" y="110022"/>
                  </a:cubicBezTo>
                  <a:lnTo>
                    <a:pt x="931912" y="158183"/>
                  </a:lnTo>
                  <a:cubicBezTo>
                    <a:pt x="931912" y="218946"/>
                    <a:pt x="882654" y="268205"/>
                    <a:pt x="821890" y="268205"/>
                  </a:cubicBezTo>
                  <a:lnTo>
                    <a:pt x="110022" y="268205"/>
                  </a:lnTo>
                  <a:cubicBezTo>
                    <a:pt x="49259" y="268205"/>
                    <a:pt x="0" y="218946"/>
                    <a:pt x="0" y="158183"/>
                  </a:cubicBezTo>
                  <a:lnTo>
                    <a:pt x="0" y="110022"/>
                  </a:lnTo>
                  <a:cubicBezTo>
                    <a:pt x="0" y="49259"/>
                    <a:pt x="49259" y="0"/>
                    <a:pt x="110022" y="0"/>
                  </a:cubicBezTo>
                  <a:close/>
                </a:path>
              </a:pathLst>
            </a:custGeom>
            <a:solidFill>
              <a:srgbClr val="00906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31912" cy="325355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3893"/>
                </a:lnSpc>
              </a:pPr>
              <a:r>
                <a:rPr lang="en-US" b="true" sz="2781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Inicio entrenamiento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973273" y="5257199"/>
            <a:ext cx="2710221" cy="876744"/>
            <a:chOff x="0" y="0"/>
            <a:chExt cx="916890" cy="2966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6890" cy="296609"/>
            </a:xfrm>
            <a:custGeom>
              <a:avLst/>
              <a:gdLst/>
              <a:ahLst/>
              <a:cxnLst/>
              <a:rect r="r" b="b" t="t" l="l"/>
              <a:pathLst>
                <a:path h="296609" w="916890">
                  <a:moveTo>
                    <a:pt x="0" y="0"/>
                  </a:moveTo>
                  <a:lnTo>
                    <a:pt x="916890" y="0"/>
                  </a:lnTo>
                  <a:lnTo>
                    <a:pt x="916890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16890" cy="34423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Carga y etiquetado</a:t>
              </a:r>
            </a:p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 de datos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04637" y="5257199"/>
            <a:ext cx="2828086" cy="876744"/>
            <a:chOff x="0" y="0"/>
            <a:chExt cx="956764" cy="2966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6764" cy="296609"/>
            </a:xfrm>
            <a:custGeom>
              <a:avLst/>
              <a:gdLst/>
              <a:ahLst/>
              <a:cxnLst/>
              <a:rect r="r" b="b" t="t" l="l"/>
              <a:pathLst>
                <a:path h="296609" w="956764">
                  <a:moveTo>
                    <a:pt x="0" y="0"/>
                  </a:moveTo>
                  <a:lnTo>
                    <a:pt x="956764" y="0"/>
                  </a:lnTo>
                  <a:lnTo>
                    <a:pt x="956764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56764" cy="34423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División del dataset y escalado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82830" y="5073225"/>
            <a:ext cx="2828086" cy="1244690"/>
            <a:chOff x="0" y="0"/>
            <a:chExt cx="956764" cy="4210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6764" cy="421089"/>
            </a:xfrm>
            <a:custGeom>
              <a:avLst/>
              <a:gdLst/>
              <a:ahLst/>
              <a:cxnLst/>
              <a:rect r="r" b="b" t="t" l="l"/>
              <a:pathLst>
                <a:path h="421089" w="956764">
                  <a:moveTo>
                    <a:pt x="0" y="0"/>
                  </a:moveTo>
                  <a:lnTo>
                    <a:pt x="956764" y="0"/>
                  </a:lnTo>
                  <a:lnTo>
                    <a:pt x="956764" y="421089"/>
                  </a:lnTo>
                  <a:lnTo>
                    <a:pt x="0" y="42108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56764" cy="46871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Definición y entrenamiento de la ANN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682830" y="7460493"/>
            <a:ext cx="2828086" cy="1244690"/>
            <a:chOff x="0" y="0"/>
            <a:chExt cx="956764" cy="42108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6764" cy="421089"/>
            </a:xfrm>
            <a:custGeom>
              <a:avLst/>
              <a:gdLst/>
              <a:ahLst/>
              <a:cxnLst/>
              <a:rect r="r" b="b" t="t" l="l"/>
              <a:pathLst>
                <a:path h="421089" w="956764">
                  <a:moveTo>
                    <a:pt x="0" y="0"/>
                  </a:moveTo>
                  <a:lnTo>
                    <a:pt x="956764" y="0"/>
                  </a:lnTo>
                  <a:lnTo>
                    <a:pt x="956764" y="421089"/>
                  </a:lnTo>
                  <a:lnTo>
                    <a:pt x="0" y="42108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56764" cy="46871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Evaluación y visualización de resultados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04637" y="7644466"/>
            <a:ext cx="2828086" cy="876744"/>
            <a:chOff x="0" y="0"/>
            <a:chExt cx="956764" cy="29660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6764" cy="296609"/>
            </a:xfrm>
            <a:custGeom>
              <a:avLst/>
              <a:gdLst/>
              <a:ahLst/>
              <a:cxnLst/>
              <a:rect r="r" b="b" t="t" l="l"/>
              <a:pathLst>
                <a:path h="296609" w="956764">
                  <a:moveTo>
                    <a:pt x="0" y="0"/>
                  </a:moveTo>
                  <a:lnTo>
                    <a:pt x="956764" y="0"/>
                  </a:lnTo>
                  <a:lnTo>
                    <a:pt x="956764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56764" cy="34423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Exportación del modelo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973273" y="7644466"/>
            <a:ext cx="2828086" cy="876744"/>
            <a:chOff x="0" y="0"/>
            <a:chExt cx="956764" cy="29660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6764" cy="296609"/>
            </a:xfrm>
            <a:custGeom>
              <a:avLst/>
              <a:gdLst/>
              <a:ahLst/>
              <a:cxnLst/>
              <a:rect r="r" b="b" t="t" l="l"/>
              <a:pathLst>
                <a:path h="296609" w="956764">
                  <a:moveTo>
                    <a:pt x="0" y="0"/>
                  </a:moveTo>
                  <a:lnTo>
                    <a:pt x="956764" y="0"/>
                  </a:lnTo>
                  <a:lnTo>
                    <a:pt x="956764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956764" cy="344234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3018"/>
                </a:lnSpc>
              </a:pPr>
              <a:r>
                <a:rPr lang="en-US" b="true" sz="21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Parámetros de normalización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77084" y="7525918"/>
            <a:ext cx="3870179" cy="1113840"/>
            <a:chOff x="0" y="0"/>
            <a:chExt cx="931912" cy="26820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31912" cy="268205"/>
            </a:xfrm>
            <a:custGeom>
              <a:avLst/>
              <a:gdLst/>
              <a:ahLst/>
              <a:cxnLst/>
              <a:rect r="r" b="b" t="t" l="l"/>
              <a:pathLst>
                <a:path h="268205" w="931912">
                  <a:moveTo>
                    <a:pt x="110022" y="0"/>
                  </a:moveTo>
                  <a:lnTo>
                    <a:pt x="821890" y="0"/>
                  </a:lnTo>
                  <a:cubicBezTo>
                    <a:pt x="882654" y="0"/>
                    <a:pt x="931912" y="49259"/>
                    <a:pt x="931912" y="110022"/>
                  </a:cubicBezTo>
                  <a:lnTo>
                    <a:pt x="931912" y="158183"/>
                  </a:lnTo>
                  <a:cubicBezTo>
                    <a:pt x="931912" y="218946"/>
                    <a:pt x="882654" y="268205"/>
                    <a:pt x="821890" y="268205"/>
                  </a:cubicBezTo>
                  <a:lnTo>
                    <a:pt x="110022" y="268205"/>
                  </a:lnTo>
                  <a:cubicBezTo>
                    <a:pt x="49259" y="268205"/>
                    <a:pt x="0" y="218946"/>
                    <a:pt x="0" y="158183"/>
                  </a:cubicBezTo>
                  <a:lnTo>
                    <a:pt x="0" y="110022"/>
                  </a:lnTo>
                  <a:cubicBezTo>
                    <a:pt x="0" y="49259"/>
                    <a:pt x="49259" y="0"/>
                    <a:pt x="110022" y="0"/>
                  </a:cubicBezTo>
                  <a:close/>
                </a:path>
              </a:pathLst>
            </a:custGeom>
            <a:solidFill>
              <a:srgbClr val="F03C2E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931912" cy="334880"/>
            </a:xfrm>
            <a:prstGeom prst="rect">
              <a:avLst/>
            </a:prstGeom>
          </p:spPr>
          <p:txBody>
            <a:bodyPr anchor="ctr" rtlCol="false" tIns="28011" lIns="28011" bIns="28011" rIns="28011"/>
            <a:lstStyle/>
            <a:p>
              <a:pPr algn="ctr">
                <a:lnSpc>
                  <a:spcPts val="4173"/>
                </a:lnSpc>
              </a:pPr>
              <a:r>
                <a:rPr lang="en-US" b="true" sz="2981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Fin entrenamiento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2712173" y="4397587"/>
            <a:ext cx="0" cy="859612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>
            <a:off x="4126216" y="5695571"/>
            <a:ext cx="1847057" cy="0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8" id="48"/>
          <p:cNvSpPr/>
          <p:nvPr/>
        </p:nvSpPr>
        <p:spPr>
          <a:xfrm>
            <a:off x="8683494" y="5695571"/>
            <a:ext cx="1521143" cy="0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>
            <a:off x="13032724" y="5695571"/>
            <a:ext cx="1650107" cy="0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0" id="50"/>
          <p:cNvSpPr/>
          <p:nvPr/>
        </p:nvSpPr>
        <p:spPr>
          <a:xfrm>
            <a:off x="16096873" y="6317916"/>
            <a:ext cx="0" cy="1142577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 flipH="true">
            <a:off x="13032724" y="8082838"/>
            <a:ext cx="1650107" cy="0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2" id="52"/>
          <p:cNvSpPr/>
          <p:nvPr/>
        </p:nvSpPr>
        <p:spPr>
          <a:xfrm flipH="true">
            <a:off x="8801359" y="8082838"/>
            <a:ext cx="1403278" cy="0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 flipH="true">
            <a:off x="4647263" y="8082838"/>
            <a:ext cx="1326010" cy="0"/>
          </a:xfrm>
          <a:prstGeom prst="line">
            <a:avLst/>
          </a:prstGeom>
          <a:ln cap="flat" w="9525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4" id="54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22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5090644" y="1977248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6726643" y="1876425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9" y="0"/>
                </a:lnTo>
                <a:lnTo>
                  <a:pt x="1184699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4369" y="1404494"/>
            <a:ext cx="2775304" cy="778829"/>
            <a:chOff x="0" y="0"/>
            <a:chExt cx="955730" cy="2682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5730" cy="268205"/>
            </a:xfrm>
            <a:custGeom>
              <a:avLst/>
              <a:gdLst/>
              <a:ahLst/>
              <a:cxnLst/>
              <a:rect r="r" b="b" t="t" l="l"/>
              <a:pathLst>
                <a:path h="268205" w="955730">
                  <a:moveTo>
                    <a:pt x="103214" y="0"/>
                  </a:moveTo>
                  <a:lnTo>
                    <a:pt x="852516" y="0"/>
                  </a:lnTo>
                  <a:cubicBezTo>
                    <a:pt x="909519" y="0"/>
                    <a:pt x="955730" y="46211"/>
                    <a:pt x="955730" y="103214"/>
                  </a:cubicBezTo>
                  <a:lnTo>
                    <a:pt x="955730" y="164991"/>
                  </a:lnTo>
                  <a:cubicBezTo>
                    <a:pt x="955730" y="221994"/>
                    <a:pt x="909519" y="268205"/>
                    <a:pt x="852516" y="268205"/>
                  </a:cubicBezTo>
                  <a:lnTo>
                    <a:pt x="103214" y="268205"/>
                  </a:lnTo>
                  <a:cubicBezTo>
                    <a:pt x="46211" y="268205"/>
                    <a:pt x="0" y="221994"/>
                    <a:pt x="0" y="164991"/>
                  </a:cubicBezTo>
                  <a:lnTo>
                    <a:pt x="0" y="103214"/>
                  </a:lnTo>
                  <a:cubicBezTo>
                    <a:pt x="0" y="46211"/>
                    <a:pt x="46211" y="0"/>
                    <a:pt x="103214" y="0"/>
                  </a:cubicBezTo>
                  <a:close/>
                </a:path>
              </a:pathLst>
            </a:custGeom>
            <a:solidFill>
              <a:srgbClr val="605D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55730" cy="306305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Abrir aplicación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483532" y="2708848"/>
            <a:ext cx="2706140" cy="778829"/>
            <a:chOff x="0" y="0"/>
            <a:chExt cx="931912" cy="2682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1912" cy="268205"/>
            </a:xfrm>
            <a:custGeom>
              <a:avLst/>
              <a:gdLst/>
              <a:ahLst/>
              <a:cxnLst/>
              <a:rect r="r" b="b" t="t" l="l"/>
              <a:pathLst>
                <a:path h="268205" w="931912">
                  <a:moveTo>
                    <a:pt x="105852" y="0"/>
                  </a:moveTo>
                  <a:lnTo>
                    <a:pt x="826060" y="0"/>
                  </a:lnTo>
                  <a:cubicBezTo>
                    <a:pt x="854134" y="0"/>
                    <a:pt x="881058" y="11152"/>
                    <a:pt x="900909" y="31003"/>
                  </a:cubicBezTo>
                  <a:cubicBezTo>
                    <a:pt x="920760" y="50855"/>
                    <a:pt x="931912" y="77778"/>
                    <a:pt x="931912" y="105852"/>
                  </a:cubicBezTo>
                  <a:lnTo>
                    <a:pt x="931912" y="162353"/>
                  </a:lnTo>
                  <a:cubicBezTo>
                    <a:pt x="931912" y="190426"/>
                    <a:pt x="920760" y="217350"/>
                    <a:pt x="900909" y="237201"/>
                  </a:cubicBezTo>
                  <a:cubicBezTo>
                    <a:pt x="881058" y="257053"/>
                    <a:pt x="854134" y="268205"/>
                    <a:pt x="826060" y="268205"/>
                  </a:cubicBezTo>
                  <a:lnTo>
                    <a:pt x="105852" y="268205"/>
                  </a:lnTo>
                  <a:cubicBezTo>
                    <a:pt x="77778" y="268205"/>
                    <a:pt x="50855" y="257053"/>
                    <a:pt x="31003" y="237201"/>
                  </a:cubicBezTo>
                  <a:cubicBezTo>
                    <a:pt x="11152" y="217350"/>
                    <a:pt x="0" y="190426"/>
                    <a:pt x="0" y="162353"/>
                  </a:cubicBezTo>
                  <a:lnTo>
                    <a:pt x="0" y="105852"/>
                  </a:lnTo>
                  <a:cubicBezTo>
                    <a:pt x="0" y="77778"/>
                    <a:pt x="11152" y="50855"/>
                    <a:pt x="31003" y="31003"/>
                  </a:cubicBezTo>
                  <a:cubicBezTo>
                    <a:pt x="50855" y="11152"/>
                    <a:pt x="77778" y="0"/>
                    <a:pt x="105852" y="0"/>
                  </a:cubicBezTo>
                  <a:close/>
                </a:path>
              </a:pathLst>
            </a:custGeom>
            <a:solidFill>
              <a:srgbClr val="00906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1912" cy="306305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Cerrar aplicación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71775" y="6274389"/>
            <a:ext cx="2360255" cy="875035"/>
            <a:chOff x="0" y="0"/>
            <a:chExt cx="812800" cy="3013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01335"/>
            </a:xfrm>
            <a:custGeom>
              <a:avLst/>
              <a:gdLst/>
              <a:ahLst/>
              <a:cxnLst/>
              <a:rect r="r" b="b" t="t" l="l"/>
              <a:pathLst>
                <a:path h="30133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335"/>
                  </a:lnTo>
                  <a:lnTo>
                    <a:pt x="0" y="301335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339435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Pantalla de análisis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68013" y="4270025"/>
            <a:ext cx="2567780" cy="861312"/>
            <a:chOff x="0" y="0"/>
            <a:chExt cx="884265" cy="2966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84265" cy="296609"/>
            </a:xfrm>
            <a:custGeom>
              <a:avLst/>
              <a:gdLst/>
              <a:ahLst/>
              <a:cxnLst/>
              <a:rect r="r" b="b" t="t" l="l"/>
              <a:pathLst>
                <a:path h="296609" w="884265">
                  <a:moveTo>
                    <a:pt x="0" y="0"/>
                  </a:moveTo>
                  <a:lnTo>
                    <a:pt x="884265" y="0"/>
                  </a:lnTo>
                  <a:lnTo>
                    <a:pt x="884265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84265" cy="33470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Lista de dispositivos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29526" y="7821134"/>
            <a:ext cx="1535964" cy="861312"/>
            <a:chOff x="0" y="0"/>
            <a:chExt cx="528939" cy="2966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8939" cy="296609"/>
            </a:xfrm>
            <a:custGeom>
              <a:avLst/>
              <a:gdLst/>
              <a:ahLst/>
              <a:cxnLst/>
              <a:rect r="r" b="b" t="t" l="l"/>
              <a:pathLst>
                <a:path h="296609" w="528939">
                  <a:moveTo>
                    <a:pt x="0" y="0"/>
                  </a:moveTo>
                  <a:lnTo>
                    <a:pt x="528939" y="0"/>
                  </a:lnTo>
                  <a:lnTo>
                    <a:pt x="528939" y="296609"/>
                  </a:lnTo>
                  <a:lnTo>
                    <a:pt x="0" y="296609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8939" cy="33470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Enviar “SETTINGS”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8083" y="4263163"/>
            <a:ext cx="2360255" cy="875035"/>
            <a:chOff x="0" y="0"/>
            <a:chExt cx="812800" cy="3013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301335"/>
            </a:xfrm>
            <a:custGeom>
              <a:avLst/>
              <a:gdLst/>
              <a:ahLst/>
              <a:cxnLst/>
              <a:rect r="r" b="b" t="t" l="l"/>
              <a:pathLst>
                <a:path h="30133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1335"/>
                  </a:lnTo>
                  <a:lnTo>
                    <a:pt x="0" y="301335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339435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Pantalla de ajustes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592535" y="5166734"/>
            <a:ext cx="1346085" cy="63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Seleccionar 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e-nose</a:t>
            </a:r>
          </a:p>
        </p:txBody>
      </p:sp>
      <p:sp>
        <p:nvSpPr>
          <p:cNvPr name="AutoShape 21" id="21"/>
          <p:cNvSpPr/>
          <p:nvPr/>
        </p:nvSpPr>
        <p:spPr>
          <a:xfrm flipH="true">
            <a:off x="8551903" y="5131337"/>
            <a:ext cx="0" cy="1143053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H="true" flipV="true">
            <a:off x="5710646" y="3487676"/>
            <a:ext cx="1557368" cy="1213005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5010881" y="3487676"/>
            <a:ext cx="2634186" cy="2786713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V="true">
            <a:off x="2188210" y="3487676"/>
            <a:ext cx="2153637" cy="775487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3271890" y="7807411"/>
            <a:ext cx="1738991" cy="552264"/>
            <a:chOff x="0" y="0"/>
            <a:chExt cx="598855" cy="1901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8855" cy="190183"/>
            </a:xfrm>
            <a:custGeom>
              <a:avLst/>
              <a:gdLst/>
              <a:ahLst/>
              <a:cxnLst/>
              <a:rect r="r" b="b" t="t" l="l"/>
              <a:pathLst>
                <a:path h="190183" w="598855">
                  <a:moveTo>
                    <a:pt x="0" y="0"/>
                  </a:moveTo>
                  <a:lnTo>
                    <a:pt x="598855" y="0"/>
                  </a:lnTo>
                  <a:lnTo>
                    <a:pt x="598855" y="190183"/>
                  </a:lnTo>
                  <a:lnTo>
                    <a:pt x="0" y="190183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98855" cy="228283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Recibir ajustes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7697508" y="7149425"/>
            <a:ext cx="0" cy="671710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H="true" flipV="true">
            <a:off x="1008083" y="4872387"/>
            <a:ext cx="2263807" cy="3048863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0" id="30"/>
          <p:cNvGrpSpPr/>
          <p:nvPr/>
        </p:nvGrpSpPr>
        <p:grpSpPr>
          <a:xfrm rot="0">
            <a:off x="8240575" y="9356006"/>
            <a:ext cx="1288586" cy="759450"/>
            <a:chOff x="0" y="0"/>
            <a:chExt cx="443750" cy="2615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3750" cy="261532"/>
            </a:xfrm>
            <a:custGeom>
              <a:avLst/>
              <a:gdLst/>
              <a:ahLst/>
              <a:cxnLst/>
              <a:rect r="r" b="b" t="t" l="l"/>
              <a:pathLst>
                <a:path h="261532" w="443750">
                  <a:moveTo>
                    <a:pt x="0" y="0"/>
                  </a:moveTo>
                  <a:lnTo>
                    <a:pt x="443750" y="0"/>
                  </a:lnTo>
                  <a:lnTo>
                    <a:pt x="443750" y="261532"/>
                  </a:lnTo>
                  <a:lnTo>
                    <a:pt x="0" y="261532"/>
                  </a:ln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43750" cy="299632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E-nose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 flipV="true">
            <a:off x="4141385" y="8359674"/>
            <a:ext cx="4099190" cy="1138725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4" id="34"/>
          <p:cNvSpPr/>
          <p:nvPr/>
        </p:nvSpPr>
        <p:spPr>
          <a:xfrm>
            <a:off x="2463515" y="5138199"/>
            <a:ext cx="914489" cy="876901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5" id="35"/>
          <p:cNvSpPr/>
          <p:nvPr/>
        </p:nvSpPr>
        <p:spPr>
          <a:xfrm>
            <a:off x="4957680" y="6015100"/>
            <a:ext cx="2414096" cy="464061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6" id="36"/>
          <p:cNvSpPr txBox="true"/>
          <p:nvPr/>
        </p:nvSpPr>
        <p:spPr>
          <a:xfrm rot="0">
            <a:off x="6669001" y="7162211"/>
            <a:ext cx="990500" cy="63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Botón de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ajustes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51682" y="6913473"/>
            <a:ext cx="1871897" cy="564012"/>
            <a:chOff x="0" y="0"/>
            <a:chExt cx="644624" cy="1942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4624" cy="194228"/>
            </a:xfrm>
            <a:custGeom>
              <a:avLst/>
              <a:gdLst/>
              <a:ahLst/>
              <a:cxnLst/>
              <a:rect r="r" b="b" t="t" l="l"/>
              <a:pathLst>
                <a:path h="194228" w="644624">
                  <a:moveTo>
                    <a:pt x="0" y="0"/>
                  </a:moveTo>
                  <a:lnTo>
                    <a:pt x="644624" y="0"/>
                  </a:lnTo>
                  <a:lnTo>
                    <a:pt x="644624" y="194228"/>
                  </a:lnTo>
                  <a:lnTo>
                    <a:pt x="0" y="194228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44624" cy="232328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Enviar ajustes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flipV="true">
            <a:off x="5659064" y="6711907"/>
            <a:ext cx="1712711" cy="496928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 flipH="true">
            <a:off x="2387631" y="6593861"/>
            <a:ext cx="1780211" cy="319612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1976293" y="7477484"/>
            <a:ext cx="6264282" cy="2432531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3" id="43"/>
          <p:cNvSpPr txBox="true"/>
          <p:nvPr/>
        </p:nvSpPr>
        <p:spPr>
          <a:xfrm rot="0">
            <a:off x="3126134" y="6495050"/>
            <a:ext cx="203240" cy="31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Sí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412576" y="4424549"/>
            <a:ext cx="1738991" cy="552264"/>
            <a:chOff x="0" y="0"/>
            <a:chExt cx="598855" cy="1901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98855" cy="190183"/>
            </a:xfrm>
            <a:custGeom>
              <a:avLst/>
              <a:gdLst/>
              <a:ahLst/>
              <a:cxnLst/>
              <a:rect r="r" b="b" t="t" l="l"/>
              <a:pathLst>
                <a:path h="190183" w="598855">
                  <a:moveTo>
                    <a:pt x="0" y="0"/>
                  </a:moveTo>
                  <a:lnTo>
                    <a:pt x="598855" y="0"/>
                  </a:lnTo>
                  <a:lnTo>
                    <a:pt x="598855" y="190183"/>
                  </a:lnTo>
                  <a:lnTo>
                    <a:pt x="0" y="190183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98855" cy="228283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Desconexión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682408" y="2972194"/>
            <a:ext cx="1738991" cy="738128"/>
            <a:chOff x="0" y="0"/>
            <a:chExt cx="598855" cy="25418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8855" cy="254189"/>
            </a:xfrm>
            <a:custGeom>
              <a:avLst/>
              <a:gdLst/>
              <a:ahLst/>
              <a:cxnLst/>
              <a:rect r="r" b="b" t="t" l="l"/>
              <a:pathLst>
                <a:path h="254189" w="598855">
                  <a:moveTo>
                    <a:pt x="0" y="0"/>
                  </a:moveTo>
                  <a:lnTo>
                    <a:pt x="598855" y="0"/>
                  </a:lnTo>
                  <a:lnTo>
                    <a:pt x="598855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98855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Buscar</a:t>
              </a:r>
            </a:p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dispositivos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8551903" y="3710322"/>
            <a:ext cx="0" cy="559703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1" id="51"/>
          <p:cNvSpPr/>
          <p:nvPr/>
        </p:nvSpPr>
        <p:spPr>
          <a:xfrm flipV="true">
            <a:off x="9409045" y="4976813"/>
            <a:ext cx="2873027" cy="1297577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52" id="52"/>
          <p:cNvSpPr txBox="true"/>
          <p:nvPr/>
        </p:nvSpPr>
        <p:spPr>
          <a:xfrm rot="0">
            <a:off x="10321755" y="3816513"/>
            <a:ext cx="990500" cy="63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Botón de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lupa</a:t>
            </a:r>
          </a:p>
        </p:txBody>
      </p:sp>
      <p:sp>
        <p:nvSpPr>
          <p:cNvPr name="AutoShape 53" id="53"/>
          <p:cNvSpPr/>
          <p:nvPr/>
        </p:nvSpPr>
        <p:spPr>
          <a:xfrm flipH="true" flipV="true">
            <a:off x="9421398" y="3169685"/>
            <a:ext cx="2860673" cy="1254864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4" id="54"/>
          <p:cNvGrpSpPr/>
          <p:nvPr/>
        </p:nvGrpSpPr>
        <p:grpSpPr>
          <a:xfrm rot="0">
            <a:off x="3368338" y="5430113"/>
            <a:ext cx="1599008" cy="1169973"/>
            <a:chOff x="0" y="0"/>
            <a:chExt cx="1704889" cy="12474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4913" y="3164"/>
              <a:ext cx="1695062" cy="1241116"/>
            </a:xfrm>
            <a:custGeom>
              <a:avLst/>
              <a:gdLst/>
              <a:ahLst/>
              <a:cxnLst/>
              <a:rect r="r" b="b" t="t" l="l"/>
              <a:pathLst>
                <a:path h="1241116" w="1695062">
                  <a:moveTo>
                    <a:pt x="855347" y="2554"/>
                  </a:moveTo>
                  <a:lnTo>
                    <a:pt x="1692162" y="614840"/>
                  </a:lnTo>
                  <a:cubicBezTo>
                    <a:pt x="1693985" y="616175"/>
                    <a:pt x="1695063" y="618299"/>
                    <a:pt x="1695063" y="620558"/>
                  </a:cubicBezTo>
                  <a:cubicBezTo>
                    <a:pt x="1695063" y="622818"/>
                    <a:pt x="1693985" y="624942"/>
                    <a:pt x="1692162" y="626276"/>
                  </a:cubicBezTo>
                  <a:lnTo>
                    <a:pt x="855347" y="1238563"/>
                  </a:lnTo>
                  <a:cubicBezTo>
                    <a:pt x="850693" y="1241968"/>
                    <a:pt x="844370" y="1241968"/>
                    <a:pt x="839717" y="1238563"/>
                  </a:cubicBezTo>
                  <a:lnTo>
                    <a:pt x="2902" y="626276"/>
                  </a:lnTo>
                  <a:cubicBezTo>
                    <a:pt x="1078" y="624942"/>
                    <a:pt x="0" y="622818"/>
                    <a:pt x="0" y="620558"/>
                  </a:cubicBezTo>
                  <a:cubicBezTo>
                    <a:pt x="0" y="618299"/>
                    <a:pt x="1078" y="616175"/>
                    <a:pt x="2902" y="614840"/>
                  </a:cubicBezTo>
                  <a:lnTo>
                    <a:pt x="839717" y="2554"/>
                  </a:lnTo>
                  <a:cubicBezTo>
                    <a:pt x="844370" y="-851"/>
                    <a:pt x="850693" y="-851"/>
                    <a:pt x="855347" y="2554"/>
                  </a:cubicBezTo>
                  <a:close/>
                </a:path>
              </a:pathLst>
            </a:custGeom>
            <a:solidFill>
              <a:srgbClr val="FF751F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293028" y="176305"/>
              <a:ext cx="1118834" cy="856736"/>
            </a:xfrm>
            <a:prstGeom prst="rect">
              <a:avLst/>
            </a:prstGeom>
          </p:spPr>
          <p:txBody>
            <a:bodyPr anchor="ctr" rtlCol="false" tIns="37386" lIns="37386" bIns="37386" rIns="37386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Guardar</a:t>
              </a:r>
            </a:p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ajustes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762206" y="1151457"/>
            <a:ext cx="1870603" cy="1280408"/>
            <a:chOff x="0" y="0"/>
            <a:chExt cx="1994469" cy="136519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4365" y="2562"/>
              <a:ext cx="1985739" cy="1360070"/>
            </a:xfrm>
            <a:custGeom>
              <a:avLst/>
              <a:gdLst/>
              <a:ahLst/>
              <a:cxnLst/>
              <a:rect r="r" b="b" t="t" l="l"/>
              <a:pathLst>
                <a:path h="1360070" w="1985739">
                  <a:moveTo>
                    <a:pt x="999700" y="2113"/>
                  </a:moveTo>
                  <a:lnTo>
                    <a:pt x="1983273" y="675359"/>
                  </a:lnTo>
                  <a:cubicBezTo>
                    <a:pt x="1984816" y="676415"/>
                    <a:pt x="1985739" y="678165"/>
                    <a:pt x="1985739" y="680035"/>
                  </a:cubicBezTo>
                  <a:cubicBezTo>
                    <a:pt x="1985739" y="681904"/>
                    <a:pt x="1984816" y="683654"/>
                    <a:pt x="1983273" y="684710"/>
                  </a:cubicBezTo>
                  <a:lnTo>
                    <a:pt x="999700" y="1357956"/>
                  </a:lnTo>
                  <a:cubicBezTo>
                    <a:pt x="995582" y="1360774"/>
                    <a:pt x="990157" y="1360774"/>
                    <a:pt x="986039" y="1357956"/>
                  </a:cubicBezTo>
                  <a:lnTo>
                    <a:pt x="2466" y="684710"/>
                  </a:lnTo>
                  <a:cubicBezTo>
                    <a:pt x="923" y="683654"/>
                    <a:pt x="0" y="681904"/>
                    <a:pt x="0" y="680035"/>
                  </a:cubicBezTo>
                  <a:cubicBezTo>
                    <a:pt x="0" y="678165"/>
                    <a:pt x="923" y="676415"/>
                    <a:pt x="2466" y="675359"/>
                  </a:cubicBezTo>
                  <a:lnTo>
                    <a:pt x="986039" y="2113"/>
                  </a:lnTo>
                  <a:cubicBezTo>
                    <a:pt x="990157" y="-705"/>
                    <a:pt x="995582" y="-705"/>
                    <a:pt x="999700" y="2113"/>
                  </a:cubicBezTo>
                  <a:close/>
                </a:path>
              </a:pathLst>
            </a:custGeom>
            <a:solidFill>
              <a:srgbClr val="FF751F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342799" y="196543"/>
              <a:ext cx="1308870" cy="934008"/>
            </a:xfrm>
            <a:prstGeom prst="rect">
              <a:avLst/>
            </a:prstGeom>
          </p:spPr>
          <p:txBody>
            <a:bodyPr anchor="ctr" rtlCol="false" tIns="37386" lIns="37386" bIns="37386" rIns="37386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Permisos aceptados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42958" y="1433661"/>
            <a:ext cx="1738991" cy="738128"/>
            <a:chOff x="0" y="0"/>
            <a:chExt cx="598855" cy="25418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8855" cy="254189"/>
            </a:xfrm>
            <a:custGeom>
              <a:avLst/>
              <a:gdLst/>
              <a:ahLst/>
              <a:cxnLst/>
              <a:rect r="r" b="b" t="t" l="l"/>
              <a:pathLst>
                <a:path h="254189" w="598855">
                  <a:moveTo>
                    <a:pt x="0" y="0"/>
                  </a:moveTo>
                  <a:lnTo>
                    <a:pt x="598855" y="0"/>
                  </a:lnTo>
                  <a:lnTo>
                    <a:pt x="598855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98855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Aceptar</a:t>
              </a:r>
            </a:p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permisos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flipV="true">
            <a:off x="6189673" y="1791661"/>
            <a:ext cx="582579" cy="2247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4" id="64"/>
          <p:cNvSpPr/>
          <p:nvPr/>
        </p:nvSpPr>
        <p:spPr>
          <a:xfrm>
            <a:off x="8622764" y="1791661"/>
            <a:ext cx="620194" cy="11064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5" id="65"/>
          <p:cNvSpPr/>
          <p:nvPr/>
        </p:nvSpPr>
        <p:spPr>
          <a:xfrm flipH="true" flipV="true">
            <a:off x="7697508" y="1157353"/>
            <a:ext cx="2414945" cy="276309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6" id="66"/>
          <p:cNvSpPr/>
          <p:nvPr/>
        </p:nvSpPr>
        <p:spPr>
          <a:xfrm flipH="true" flipV="true">
            <a:off x="7697508" y="2425970"/>
            <a:ext cx="511591" cy="546224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arrow" len="sm" w="med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8551903" y="8251790"/>
            <a:ext cx="1738991" cy="738128"/>
            <a:chOff x="0" y="0"/>
            <a:chExt cx="598855" cy="25418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98855" cy="254189"/>
            </a:xfrm>
            <a:custGeom>
              <a:avLst/>
              <a:gdLst/>
              <a:ahLst/>
              <a:cxnLst/>
              <a:rect r="r" b="b" t="t" l="l"/>
              <a:pathLst>
                <a:path h="254189" w="598855">
                  <a:moveTo>
                    <a:pt x="0" y="0"/>
                  </a:moveTo>
                  <a:lnTo>
                    <a:pt x="598855" y="0"/>
                  </a:lnTo>
                  <a:lnTo>
                    <a:pt x="598855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98855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Recibir</a:t>
              </a:r>
            </a:p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datos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>
            <a:off x="7697508" y="8682446"/>
            <a:ext cx="682575" cy="673560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1" id="71"/>
          <p:cNvSpPr/>
          <p:nvPr/>
        </p:nvSpPr>
        <p:spPr>
          <a:xfrm flipV="true">
            <a:off x="8884868" y="8989918"/>
            <a:ext cx="536530" cy="366088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2" id="72"/>
          <p:cNvSpPr/>
          <p:nvPr/>
        </p:nvSpPr>
        <p:spPr>
          <a:xfrm flipH="true" flipV="true">
            <a:off x="8132913" y="7149425"/>
            <a:ext cx="1288485" cy="1102365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3" id="73"/>
          <p:cNvGrpSpPr/>
          <p:nvPr/>
        </p:nvGrpSpPr>
        <p:grpSpPr>
          <a:xfrm rot="0">
            <a:off x="3787167" y="6839771"/>
            <a:ext cx="1871897" cy="738128"/>
            <a:chOff x="0" y="0"/>
            <a:chExt cx="644624" cy="2541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44624" cy="254189"/>
            </a:xfrm>
            <a:custGeom>
              <a:avLst/>
              <a:gdLst/>
              <a:ahLst/>
              <a:cxnLst/>
              <a:rect r="r" b="b" t="t" l="l"/>
              <a:pathLst>
                <a:path h="254189" w="644624">
                  <a:moveTo>
                    <a:pt x="0" y="0"/>
                  </a:moveTo>
                  <a:lnTo>
                    <a:pt x="644624" y="0"/>
                  </a:lnTo>
                  <a:lnTo>
                    <a:pt x="644624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644624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000000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Mostrar confirmación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3323579" y="7195478"/>
            <a:ext cx="463588" cy="13356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77" id="77"/>
          <p:cNvGrpSpPr/>
          <p:nvPr/>
        </p:nvGrpSpPr>
        <p:grpSpPr>
          <a:xfrm rot="0">
            <a:off x="10586751" y="8359674"/>
            <a:ext cx="1535964" cy="738128"/>
            <a:chOff x="0" y="0"/>
            <a:chExt cx="528939" cy="25418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8939" cy="254189"/>
            </a:xfrm>
            <a:custGeom>
              <a:avLst/>
              <a:gdLst/>
              <a:ahLst/>
              <a:cxnLst/>
              <a:rect r="r" b="b" t="t" l="l"/>
              <a:pathLst>
                <a:path h="254189" w="528939">
                  <a:moveTo>
                    <a:pt x="0" y="0"/>
                  </a:moveTo>
                  <a:lnTo>
                    <a:pt x="528939" y="0"/>
                  </a:lnTo>
                  <a:lnTo>
                    <a:pt x="528939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528939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Enviar “Exper”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383585" y="8361505"/>
            <a:ext cx="1535964" cy="501065"/>
            <a:chOff x="0" y="0"/>
            <a:chExt cx="528939" cy="1725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28939" cy="172551"/>
            </a:xfrm>
            <a:custGeom>
              <a:avLst/>
              <a:gdLst/>
              <a:ahLst/>
              <a:cxnLst/>
              <a:rect r="r" b="b" t="t" l="l"/>
              <a:pathLst>
                <a:path h="172551" w="528939">
                  <a:moveTo>
                    <a:pt x="0" y="0"/>
                  </a:moveTo>
                  <a:lnTo>
                    <a:pt x="528939" y="0"/>
                  </a:lnTo>
                  <a:lnTo>
                    <a:pt x="528939" y="172551"/>
                  </a:lnTo>
                  <a:lnTo>
                    <a:pt x="0" y="172551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28939" cy="210651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Enviar “Stop”</a:t>
              </a:r>
            </a:p>
          </p:txBody>
        </p:sp>
      </p:grpSp>
      <p:sp>
        <p:nvSpPr>
          <p:cNvPr name="AutoShape 83" id="83"/>
          <p:cNvSpPr/>
          <p:nvPr/>
        </p:nvSpPr>
        <p:spPr>
          <a:xfrm flipH="true">
            <a:off x="9529162" y="9097803"/>
            <a:ext cx="1825572" cy="442083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4" id="84"/>
          <p:cNvSpPr/>
          <p:nvPr/>
        </p:nvSpPr>
        <p:spPr>
          <a:xfrm flipH="true">
            <a:off x="9529162" y="8862569"/>
            <a:ext cx="3622405" cy="873162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5" id="85"/>
          <p:cNvSpPr/>
          <p:nvPr/>
        </p:nvSpPr>
        <p:spPr>
          <a:xfrm>
            <a:off x="8703874" y="7149425"/>
            <a:ext cx="2650859" cy="12102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6" id="86"/>
          <p:cNvSpPr/>
          <p:nvPr/>
        </p:nvSpPr>
        <p:spPr>
          <a:xfrm>
            <a:off x="8703874" y="7149425"/>
            <a:ext cx="4447693" cy="1212080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7" id="87"/>
          <p:cNvGrpSpPr/>
          <p:nvPr/>
        </p:nvGrpSpPr>
        <p:grpSpPr>
          <a:xfrm rot="0">
            <a:off x="10290894" y="6429901"/>
            <a:ext cx="1871897" cy="564012"/>
            <a:chOff x="0" y="0"/>
            <a:chExt cx="644624" cy="19422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4624" cy="194228"/>
            </a:xfrm>
            <a:custGeom>
              <a:avLst/>
              <a:gdLst/>
              <a:ahLst/>
              <a:cxnLst/>
              <a:rect r="r" b="b" t="t" l="l"/>
              <a:pathLst>
                <a:path h="194228" w="644624">
                  <a:moveTo>
                    <a:pt x="0" y="0"/>
                  </a:moveTo>
                  <a:lnTo>
                    <a:pt x="644624" y="0"/>
                  </a:lnTo>
                  <a:lnTo>
                    <a:pt x="644624" y="194228"/>
                  </a:lnTo>
                  <a:lnTo>
                    <a:pt x="0" y="194228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644624" cy="232328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Mostrar datos</a:t>
              </a:r>
            </a:p>
          </p:txBody>
        </p:sp>
      </p:grpSp>
      <p:sp>
        <p:nvSpPr>
          <p:cNvPr name="AutoShape 90" id="90"/>
          <p:cNvSpPr/>
          <p:nvPr/>
        </p:nvSpPr>
        <p:spPr>
          <a:xfrm>
            <a:off x="9732031" y="6711907"/>
            <a:ext cx="558863" cy="0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1" id="91"/>
          <p:cNvGrpSpPr/>
          <p:nvPr/>
        </p:nvGrpSpPr>
        <p:grpSpPr>
          <a:xfrm rot="0">
            <a:off x="10290894" y="7100074"/>
            <a:ext cx="1871897" cy="564012"/>
            <a:chOff x="0" y="0"/>
            <a:chExt cx="644624" cy="19422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44624" cy="194228"/>
            </a:xfrm>
            <a:custGeom>
              <a:avLst/>
              <a:gdLst/>
              <a:ahLst/>
              <a:cxnLst/>
              <a:rect r="r" b="b" t="t" l="l"/>
              <a:pathLst>
                <a:path h="194228" w="644624">
                  <a:moveTo>
                    <a:pt x="0" y="0"/>
                  </a:moveTo>
                  <a:lnTo>
                    <a:pt x="644624" y="0"/>
                  </a:lnTo>
                  <a:lnTo>
                    <a:pt x="644624" y="194228"/>
                  </a:lnTo>
                  <a:lnTo>
                    <a:pt x="0" y="194228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644624" cy="232328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Procesar datos</a:t>
              </a:r>
            </a:p>
          </p:txBody>
        </p:sp>
      </p:grpSp>
      <p:sp>
        <p:nvSpPr>
          <p:cNvPr name="AutoShape 94" id="94"/>
          <p:cNvSpPr/>
          <p:nvPr/>
        </p:nvSpPr>
        <p:spPr>
          <a:xfrm>
            <a:off x="9227727" y="7149425"/>
            <a:ext cx="1063167" cy="232656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5" id="95"/>
          <p:cNvGrpSpPr/>
          <p:nvPr/>
        </p:nvGrpSpPr>
        <p:grpSpPr>
          <a:xfrm rot="0">
            <a:off x="12721623" y="7131548"/>
            <a:ext cx="1197925" cy="501065"/>
            <a:chOff x="0" y="0"/>
            <a:chExt cx="412529" cy="17255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2529" cy="172551"/>
            </a:xfrm>
            <a:custGeom>
              <a:avLst/>
              <a:gdLst/>
              <a:ahLst/>
              <a:cxnLst/>
              <a:rect r="r" b="b" t="t" l="l"/>
              <a:pathLst>
                <a:path h="172551" w="412529">
                  <a:moveTo>
                    <a:pt x="0" y="0"/>
                  </a:moveTo>
                  <a:lnTo>
                    <a:pt x="412529" y="0"/>
                  </a:lnTo>
                  <a:lnTo>
                    <a:pt x="412529" y="172551"/>
                  </a:lnTo>
                  <a:lnTo>
                    <a:pt x="0" y="172551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12529" cy="210651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000001"/>
                  </a:solidFill>
                  <a:latin typeface="Exo 2 Bold"/>
                  <a:ea typeface="Exo 2 Bold"/>
                  <a:cs typeface="Exo 2 Bold"/>
                  <a:sym typeface="Exo 2 Bold"/>
                </a:rPr>
                <a:t>ANN</a:t>
              </a:r>
            </a:p>
          </p:txBody>
        </p:sp>
      </p:grpSp>
      <p:sp>
        <p:nvSpPr>
          <p:cNvPr name="AutoShape 98" id="98"/>
          <p:cNvSpPr/>
          <p:nvPr/>
        </p:nvSpPr>
        <p:spPr>
          <a:xfrm>
            <a:off x="12162791" y="7382080"/>
            <a:ext cx="558833" cy="0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9" id="99"/>
          <p:cNvGrpSpPr/>
          <p:nvPr/>
        </p:nvGrpSpPr>
        <p:grpSpPr>
          <a:xfrm rot="0">
            <a:off x="14251826" y="6944918"/>
            <a:ext cx="1834380" cy="876217"/>
            <a:chOff x="0" y="0"/>
            <a:chExt cx="1819680" cy="86919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5323" y="1912"/>
              <a:ext cx="1809035" cy="865370"/>
            </a:xfrm>
            <a:custGeom>
              <a:avLst/>
              <a:gdLst/>
              <a:ahLst/>
              <a:cxnLst/>
              <a:rect r="r" b="b" t="t" l="l"/>
              <a:pathLst>
                <a:path h="865370" w="1809035">
                  <a:moveTo>
                    <a:pt x="912134" y="1726"/>
                  </a:moveTo>
                  <a:lnTo>
                    <a:pt x="1806741" y="429047"/>
                  </a:lnTo>
                  <a:cubicBezTo>
                    <a:pt x="1808142" y="429717"/>
                    <a:pt x="1809035" y="431132"/>
                    <a:pt x="1809035" y="432686"/>
                  </a:cubicBezTo>
                  <a:cubicBezTo>
                    <a:pt x="1809035" y="434239"/>
                    <a:pt x="1808142" y="435654"/>
                    <a:pt x="1806741" y="436324"/>
                  </a:cubicBezTo>
                  <a:lnTo>
                    <a:pt x="912134" y="863645"/>
                  </a:lnTo>
                  <a:cubicBezTo>
                    <a:pt x="907317" y="865946"/>
                    <a:pt x="901718" y="865946"/>
                    <a:pt x="896901" y="863645"/>
                  </a:cubicBezTo>
                  <a:lnTo>
                    <a:pt x="2294" y="436324"/>
                  </a:lnTo>
                  <a:cubicBezTo>
                    <a:pt x="892" y="435654"/>
                    <a:pt x="0" y="434239"/>
                    <a:pt x="0" y="432686"/>
                  </a:cubicBezTo>
                  <a:cubicBezTo>
                    <a:pt x="0" y="431132"/>
                    <a:pt x="892" y="429717"/>
                    <a:pt x="2294" y="429047"/>
                  </a:cubicBezTo>
                  <a:lnTo>
                    <a:pt x="896901" y="1726"/>
                  </a:lnTo>
                  <a:cubicBezTo>
                    <a:pt x="901718" y="-575"/>
                    <a:pt x="907317" y="-575"/>
                    <a:pt x="912134" y="1726"/>
                  </a:cubicBezTo>
                  <a:close/>
                </a:path>
              </a:pathLst>
            </a:custGeom>
            <a:solidFill>
              <a:srgbClr val="FF751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312758" y="111293"/>
              <a:ext cx="1194165" cy="608509"/>
            </a:xfrm>
            <a:prstGeom prst="rect">
              <a:avLst/>
            </a:prstGeom>
          </p:spPr>
          <p:txBody>
            <a:bodyPr anchor="ctr" rtlCol="false" tIns="37386" lIns="37386" bIns="37386" rIns="37386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Impureza</a:t>
              </a:r>
            </a:p>
          </p:txBody>
        </p:sp>
      </p:grpSp>
      <p:sp>
        <p:nvSpPr>
          <p:cNvPr name="AutoShape 102" id="102"/>
          <p:cNvSpPr/>
          <p:nvPr/>
        </p:nvSpPr>
        <p:spPr>
          <a:xfrm>
            <a:off x="13919549" y="7382080"/>
            <a:ext cx="344290" cy="946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3" id="103"/>
          <p:cNvGrpSpPr/>
          <p:nvPr/>
        </p:nvGrpSpPr>
        <p:grpSpPr>
          <a:xfrm rot="0">
            <a:off x="13470054" y="6039896"/>
            <a:ext cx="1871897" cy="564012"/>
            <a:chOff x="0" y="0"/>
            <a:chExt cx="644624" cy="19422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44624" cy="194228"/>
            </a:xfrm>
            <a:custGeom>
              <a:avLst/>
              <a:gdLst/>
              <a:ahLst/>
              <a:cxnLst/>
              <a:rect r="r" b="b" t="t" l="l"/>
              <a:pathLst>
                <a:path h="194228" w="644624">
                  <a:moveTo>
                    <a:pt x="0" y="0"/>
                  </a:moveTo>
                  <a:lnTo>
                    <a:pt x="644624" y="0"/>
                  </a:lnTo>
                  <a:lnTo>
                    <a:pt x="644624" y="194228"/>
                  </a:lnTo>
                  <a:lnTo>
                    <a:pt x="0" y="194228"/>
                  </a:lnTo>
                  <a:close/>
                </a:path>
              </a:pathLst>
            </a:custGeom>
            <a:solidFill>
              <a:srgbClr val="C1FF7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644624" cy="232328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Cuadro verde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5604713" y="5980898"/>
            <a:ext cx="1871897" cy="738128"/>
            <a:chOff x="0" y="0"/>
            <a:chExt cx="644624" cy="25418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644624" cy="254189"/>
            </a:xfrm>
            <a:custGeom>
              <a:avLst/>
              <a:gdLst/>
              <a:ahLst/>
              <a:cxnLst/>
              <a:rect r="r" b="b" t="t" l="l"/>
              <a:pathLst>
                <a:path h="254189" w="644624">
                  <a:moveTo>
                    <a:pt x="0" y="0"/>
                  </a:moveTo>
                  <a:lnTo>
                    <a:pt x="644624" y="0"/>
                  </a:lnTo>
                  <a:lnTo>
                    <a:pt x="644624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FF3131"/>
            </a:solidFill>
            <a:ln cap="sq">
              <a:noFill/>
              <a:prstDash val="solid"/>
              <a:miter/>
            </a:ln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644624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Cuadro rojo y vibración</a:t>
              </a:r>
            </a:p>
          </p:txBody>
        </p:sp>
      </p:grpSp>
      <p:sp>
        <p:nvSpPr>
          <p:cNvPr name="AutoShape 109" id="109"/>
          <p:cNvSpPr/>
          <p:nvPr/>
        </p:nvSpPr>
        <p:spPr>
          <a:xfrm flipH="true" flipV="true">
            <a:off x="14406002" y="6603908"/>
            <a:ext cx="763014" cy="345326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0" id="110"/>
          <p:cNvSpPr/>
          <p:nvPr/>
        </p:nvSpPr>
        <p:spPr>
          <a:xfrm flipV="true">
            <a:off x="16074193" y="6719026"/>
            <a:ext cx="466468" cy="664000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11" id="111"/>
          <p:cNvSpPr/>
          <p:nvPr/>
        </p:nvSpPr>
        <p:spPr>
          <a:xfrm flipH="true" flipV="true">
            <a:off x="9421398" y="3500293"/>
            <a:ext cx="414394" cy="1200388"/>
          </a:xfrm>
          <a:prstGeom prst="line">
            <a:avLst/>
          </a:prstGeom>
          <a:ln cap="flat" w="38100">
            <a:solidFill>
              <a:srgbClr val="183B4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2" id="112"/>
          <p:cNvSpPr/>
          <p:nvPr/>
        </p:nvSpPr>
        <p:spPr>
          <a:xfrm flipH="false" flipV="false" rot="0">
            <a:off x="12721623" y="1775101"/>
            <a:ext cx="4628854" cy="2528512"/>
          </a:xfrm>
          <a:custGeom>
            <a:avLst/>
            <a:gdLst/>
            <a:ahLst/>
            <a:cxnLst/>
            <a:rect r="r" b="b" t="t" l="l"/>
            <a:pathLst>
              <a:path h="2528512" w="4628854">
                <a:moveTo>
                  <a:pt x="0" y="0"/>
                </a:moveTo>
                <a:lnTo>
                  <a:pt x="4628855" y="0"/>
                </a:lnTo>
                <a:lnTo>
                  <a:pt x="4628855" y="2528512"/>
                </a:lnTo>
                <a:lnTo>
                  <a:pt x="0" y="2528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0">
            <a:off x="13196154" y="2408944"/>
            <a:ext cx="1254435" cy="565979"/>
            <a:chOff x="0" y="0"/>
            <a:chExt cx="431989" cy="19490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31989" cy="194906"/>
            </a:xfrm>
            <a:custGeom>
              <a:avLst/>
              <a:gdLst/>
              <a:ahLst/>
              <a:cxnLst/>
              <a:rect r="r" b="b" t="t" l="l"/>
              <a:pathLst>
                <a:path h="194906" w="431989">
                  <a:moveTo>
                    <a:pt x="0" y="0"/>
                  </a:moveTo>
                  <a:lnTo>
                    <a:pt x="431989" y="0"/>
                  </a:lnTo>
                  <a:lnTo>
                    <a:pt x="431989" y="194906"/>
                  </a:lnTo>
                  <a:lnTo>
                    <a:pt x="0" y="194906"/>
                  </a:lnTo>
                  <a:close/>
                </a:path>
              </a:pathLst>
            </a:custGeom>
            <a:solidFill>
              <a:srgbClr val="FFDE5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31989" cy="233006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Pantalla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801376" y="2373616"/>
            <a:ext cx="2062712" cy="738128"/>
            <a:chOff x="0" y="0"/>
            <a:chExt cx="710335" cy="25418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710335" cy="254189"/>
            </a:xfrm>
            <a:custGeom>
              <a:avLst/>
              <a:gdLst/>
              <a:ahLst/>
              <a:cxnLst/>
              <a:rect r="r" b="b" t="t" l="l"/>
              <a:pathLst>
                <a:path h="254189" w="710335">
                  <a:moveTo>
                    <a:pt x="0" y="0"/>
                  </a:moveTo>
                  <a:lnTo>
                    <a:pt x="710335" y="0"/>
                  </a:lnTo>
                  <a:lnTo>
                    <a:pt x="710335" y="254189"/>
                  </a:lnTo>
                  <a:lnTo>
                    <a:pt x="0" y="254189"/>
                  </a:lnTo>
                  <a:close/>
                </a:path>
              </a:pathLst>
            </a:custGeom>
            <a:solidFill>
              <a:srgbClr val="E2A9F1"/>
            </a:solidFill>
            <a:ln cap="sq">
              <a:noFill/>
              <a:prstDash val="solid"/>
              <a:miter/>
            </a:ln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710335" cy="29228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Con intervención del usuario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062385" y="3227783"/>
            <a:ext cx="1738991" cy="925777"/>
            <a:chOff x="0" y="0"/>
            <a:chExt cx="598855" cy="31880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98855" cy="318809"/>
            </a:xfrm>
            <a:custGeom>
              <a:avLst/>
              <a:gdLst/>
              <a:ahLst/>
              <a:cxnLst/>
              <a:rect r="r" b="b" t="t" l="l"/>
              <a:pathLst>
                <a:path h="318809" w="598855">
                  <a:moveTo>
                    <a:pt x="0" y="0"/>
                  </a:moveTo>
                  <a:lnTo>
                    <a:pt x="598855" y="0"/>
                  </a:lnTo>
                  <a:lnTo>
                    <a:pt x="598855" y="318809"/>
                  </a:lnTo>
                  <a:lnTo>
                    <a:pt x="0" y="318809"/>
                  </a:lnTo>
                  <a:close/>
                </a:path>
              </a:pathLst>
            </a:custGeom>
            <a:solidFill>
              <a:srgbClr val="38B6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598855" cy="356909"/>
            </a:xfrm>
            <a:prstGeom prst="rect">
              <a:avLst/>
            </a:prstGeom>
          </p:spPr>
          <p:txBody>
            <a:bodyPr anchor="ctr" rtlCol="false" tIns="18693" lIns="18693" bIns="18693" rIns="18693"/>
            <a:lstStyle/>
            <a:p>
              <a:pPr algn="ctr">
                <a:lnSpc>
                  <a:spcPts val="2458"/>
                </a:lnSpc>
              </a:pPr>
              <a:r>
                <a:rPr lang="en-US" b="true" sz="1755">
                  <a:solidFill>
                    <a:srgbClr val="183B4E"/>
                  </a:solidFill>
                  <a:latin typeface="Exo 2 Bold"/>
                  <a:ea typeface="Exo 2 Bold"/>
                  <a:cs typeface="Exo 2 Bold"/>
                  <a:sym typeface="Exo 2 Bold"/>
                </a:rPr>
                <a:t>Sin intervención del usuario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4984967" y="3183138"/>
            <a:ext cx="1834380" cy="876217"/>
            <a:chOff x="0" y="0"/>
            <a:chExt cx="1819680" cy="86919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5323" y="1912"/>
              <a:ext cx="1809035" cy="865370"/>
            </a:xfrm>
            <a:custGeom>
              <a:avLst/>
              <a:gdLst/>
              <a:ahLst/>
              <a:cxnLst/>
              <a:rect r="r" b="b" t="t" l="l"/>
              <a:pathLst>
                <a:path h="865370" w="1809035">
                  <a:moveTo>
                    <a:pt x="912134" y="1726"/>
                  </a:moveTo>
                  <a:lnTo>
                    <a:pt x="1806741" y="429047"/>
                  </a:lnTo>
                  <a:cubicBezTo>
                    <a:pt x="1808142" y="429717"/>
                    <a:pt x="1809035" y="431132"/>
                    <a:pt x="1809035" y="432686"/>
                  </a:cubicBezTo>
                  <a:cubicBezTo>
                    <a:pt x="1809035" y="434239"/>
                    <a:pt x="1808142" y="435654"/>
                    <a:pt x="1806741" y="436324"/>
                  </a:cubicBezTo>
                  <a:lnTo>
                    <a:pt x="912134" y="863645"/>
                  </a:lnTo>
                  <a:cubicBezTo>
                    <a:pt x="907317" y="865946"/>
                    <a:pt x="901718" y="865946"/>
                    <a:pt x="896901" y="863645"/>
                  </a:cubicBezTo>
                  <a:lnTo>
                    <a:pt x="2294" y="436324"/>
                  </a:lnTo>
                  <a:cubicBezTo>
                    <a:pt x="892" y="435654"/>
                    <a:pt x="0" y="434239"/>
                    <a:pt x="0" y="432686"/>
                  </a:cubicBezTo>
                  <a:cubicBezTo>
                    <a:pt x="0" y="431132"/>
                    <a:pt x="892" y="429717"/>
                    <a:pt x="2294" y="429047"/>
                  </a:cubicBezTo>
                  <a:lnTo>
                    <a:pt x="896901" y="1726"/>
                  </a:lnTo>
                  <a:cubicBezTo>
                    <a:pt x="901718" y="-575"/>
                    <a:pt x="907317" y="-575"/>
                    <a:pt x="912134" y="1726"/>
                  </a:cubicBezTo>
                  <a:close/>
                </a:path>
              </a:pathLst>
            </a:custGeom>
            <a:solidFill>
              <a:srgbClr val="FF751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4" id="124"/>
            <p:cNvSpPr txBox="true"/>
            <p:nvPr/>
          </p:nvSpPr>
          <p:spPr>
            <a:xfrm>
              <a:off x="312758" y="111293"/>
              <a:ext cx="1194165" cy="608509"/>
            </a:xfrm>
            <a:prstGeom prst="rect">
              <a:avLst/>
            </a:prstGeom>
          </p:spPr>
          <p:txBody>
            <a:bodyPr anchor="ctr" rtlCol="false" tIns="37386" lIns="37386" bIns="37386" rIns="37386"/>
            <a:lstStyle/>
            <a:p>
              <a:pPr algn="ctr">
                <a:lnSpc>
                  <a:spcPts val="2458"/>
                </a:lnSpc>
              </a:pPr>
              <a:r>
                <a:rPr lang="en-US" sz="1755" b="true">
                  <a:solidFill>
                    <a:srgbClr val="FFFFFF"/>
                  </a:solidFill>
                  <a:latin typeface="Exo 2 Bold"/>
                  <a:ea typeface="Exo 2 Bold"/>
                  <a:cs typeface="Exo 2 Bold"/>
                  <a:sym typeface="Exo 2 Bold"/>
                </a:rPr>
                <a:t>Opciones</a:t>
              </a:r>
            </a:p>
          </p:txBody>
        </p:sp>
      </p:grpSp>
      <p:sp>
        <p:nvSpPr>
          <p:cNvPr name="TextBox 125" id="125"/>
          <p:cNvSpPr txBox="true"/>
          <p:nvPr/>
        </p:nvSpPr>
        <p:spPr>
          <a:xfrm rot="0">
            <a:off x="1320484" y="5507420"/>
            <a:ext cx="1097756" cy="56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3"/>
              </a:lnSpc>
            </a:pPr>
            <a:r>
              <a:rPr lang="en-US" b="true" sz="1652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Mostrar en</a:t>
            </a:r>
          </a:p>
          <a:p>
            <a:pPr algn="ctr">
              <a:lnSpc>
                <a:spcPts val="2313"/>
              </a:lnSpc>
              <a:spcBef>
                <a:spcPct val="0"/>
              </a:spcBef>
            </a:pPr>
            <a:r>
              <a:rPr lang="en-US" b="true" sz="1652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ajustes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5406376" y="5637385"/>
            <a:ext cx="308891" cy="31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No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2305531" y="5198830"/>
            <a:ext cx="990500" cy="63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Botón de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lupa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8730423" y="1493045"/>
            <a:ext cx="308891" cy="31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No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7805990" y="2386894"/>
            <a:ext cx="203240" cy="31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Sí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321755" y="7732148"/>
            <a:ext cx="990500" cy="63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Botón de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iniciar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2019715" y="7765658"/>
            <a:ext cx="1009984" cy="63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Botón de</a:t>
            </a:r>
          </a:p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 cancelar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6633294" y="6899448"/>
            <a:ext cx="669515" cy="31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≥ 70%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3934817" y="6780003"/>
            <a:ext cx="659437" cy="31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5"/>
              </a:lnSpc>
              <a:spcBef>
                <a:spcPct val="0"/>
              </a:spcBef>
            </a:pPr>
            <a:r>
              <a:rPr lang="en-US" b="true" sz="1854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&lt; 70%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12721623" y="1788869"/>
            <a:ext cx="4628854" cy="45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2"/>
              </a:lnSpc>
            </a:pPr>
            <a:r>
              <a:rPr lang="en-US" b="true" sz="2708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Leyenda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-462127" y="519302"/>
            <a:ext cx="6422375" cy="855887"/>
            <a:chOff x="0" y="0"/>
            <a:chExt cx="8563167" cy="1141182"/>
          </a:xfrm>
        </p:grpSpPr>
        <p:grpSp>
          <p:nvGrpSpPr>
            <p:cNvPr name="Group 136" id="136"/>
            <p:cNvGrpSpPr/>
            <p:nvPr/>
          </p:nvGrpSpPr>
          <p:grpSpPr>
            <a:xfrm rot="0">
              <a:off x="167353" y="102578"/>
              <a:ext cx="8395814" cy="1038604"/>
              <a:chOff x="0" y="0"/>
              <a:chExt cx="3285235" cy="406400"/>
            </a:xfrm>
          </p:grpSpPr>
          <p:sp>
            <p:nvSpPr>
              <p:cNvPr name="Freeform 137" id="137"/>
              <p:cNvSpPr/>
              <p:nvPr/>
            </p:nvSpPr>
            <p:spPr>
              <a:xfrm flipH="false" flipV="false" rot="0">
                <a:off x="0" y="0"/>
                <a:ext cx="328523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285235">
                    <a:moveTo>
                      <a:pt x="308203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082035" y="406400"/>
                    </a:lnTo>
                    <a:lnTo>
                      <a:pt x="3285235" y="203200"/>
                    </a:lnTo>
                    <a:lnTo>
                      <a:pt x="3082035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138" id="138"/>
              <p:cNvSpPr txBox="true"/>
              <p:nvPr/>
            </p:nvSpPr>
            <p:spPr>
              <a:xfrm>
                <a:off x="0" y="-38100"/>
                <a:ext cx="317093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9" id="139"/>
            <p:cNvGrpSpPr/>
            <p:nvPr/>
          </p:nvGrpSpPr>
          <p:grpSpPr>
            <a:xfrm rot="0">
              <a:off x="0" y="0"/>
              <a:ext cx="8395814" cy="1038604"/>
              <a:chOff x="0" y="0"/>
              <a:chExt cx="3285235" cy="406400"/>
            </a:xfrm>
          </p:grpSpPr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3285235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285235">
                    <a:moveTo>
                      <a:pt x="3082035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082035" y="406400"/>
                    </a:lnTo>
                    <a:lnTo>
                      <a:pt x="3285235" y="203200"/>
                    </a:lnTo>
                    <a:lnTo>
                      <a:pt x="3082035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41" id="141"/>
              <p:cNvSpPr txBox="true"/>
              <p:nvPr/>
            </p:nvSpPr>
            <p:spPr>
              <a:xfrm>
                <a:off x="0" y="-38100"/>
                <a:ext cx="3170935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42" id="142"/>
          <p:cNvGrpSpPr/>
          <p:nvPr/>
        </p:nvGrpSpPr>
        <p:grpSpPr>
          <a:xfrm rot="0">
            <a:off x="-539060" y="0"/>
            <a:ext cx="8517072" cy="855887"/>
            <a:chOff x="0" y="0"/>
            <a:chExt cx="11356096" cy="1141182"/>
          </a:xfrm>
        </p:grpSpPr>
        <p:grpSp>
          <p:nvGrpSpPr>
            <p:cNvPr name="Group 143" id="143"/>
            <p:cNvGrpSpPr/>
            <p:nvPr/>
          </p:nvGrpSpPr>
          <p:grpSpPr>
            <a:xfrm rot="0">
              <a:off x="0" y="0"/>
              <a:ext cx="11238131" cy="1038604"/>
              <a:chOff x="0" y="0"/>
              <a:chExt cx="4397417" cy="406400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439741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397418">
                    <a:moveTo>
                      <a:pt x="419421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94218" y="406400"/>
                    </a:lnTo>
                    <a:lnTo>
                      <a:pt x="4397418" y="203200"/>
                    </a:lnTo>
                    <a:lnTo>
                      <a:pt x="4194218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-38100"/>
                <a:ext cx="428311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117965" y="102578"/>
              <a:ext cx="11238131" cy="1038604"/>
              <a:chOff x="0" y="0"/>
              <a:chExt cx="4397417" cy="406400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439741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397418">
                    <a:moveTo>
                      <a:pt x="4194218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94218" y="406400"/>
                    </a:lnTo>
                    <a:lnTo>
                      <a:pt x="4397418" y="203200"/>
                    </a:lnTo>
                    <a:lnTo>
                      <a:pt x="4194218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38100"/>
                <a:ext cx="428311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49" id="149"/>
          <p:cNvSpPr txBox="true"/>
          <p:nvPr/>
        </p:nvSpPr>
        <p:spPr>
          <a:xfrm rot="0">
            <a:off x="175268" y="-40049"/>
            <a:ext cx="7802743" cy="77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  <a:spcBef>
                <a:spcPct val="0"/>
              </a:spcBef>
            </a:pPr>
            <a:r>
              <a:rPr lang="en-US" b="true" sz="4543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DESARROLLO DEL SISTEMA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75268" y="666602"/>
            <a:ext cx="5313305" cy="59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7"/>
              </a:lnSpc>
              <a:spcBef>
                <a:spcPct val="0"/>
              </a:spcBef>
            </a:pPr>
            <a:r>
              <a:rPr lang="en-US" b="true" sz="3533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Sniffer (Funcionamiento)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23</a:t>
            </a:r>
          </a:p>
        </p:txBody>
      </p:sp>
      <p:sp>
        <p:nvSpPr>
          <p:cNvPr name="Freeform 152" id="152"/>
          <p:cNvSpPr/>
          <p:nvPr/>
        </p:nvSpPr>
        <p:spPr>
          <a:xfrm flipH="false" flipV="false" rot="0">
            <a:off x="15693783" y="172429"/>
            <a:ext cx="835273" cy="1165497"/>
          </a:xfrm>
          <a:custGeom>
            <a:avLst/>
            <a:gdLst/>
            <a:ahLst/>
            <a:cxnLst/>
            <a:rect r="r" b="b" t="t" l="l"/>
            <a:pathLst>
              <a:path h="1165497" w="835273">
                <a:moveTo>
                  <a:pt x="0" y="0"/>
                </a:moveTo>
                <a:lnTo>
                  <a:pt x="835273" y="0"/>
                </a:lnTo>
                <a:lnTo>
                  <a:pt x="835273" y="1165497"/>
                </a:lnTo>
                <a:lnTo>
                  <a:pt x="0" y="1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16847247" y="101343"/>
            <a:ext cx="835273" cy="1307668"/>
          </a:xfrm>
          <a:custGeom>
            <a:avLst/>
            <a:gdLst/>
            <a:ahLst/>
            <a:cxnLst/>
            <a:rect r="r" b="b" t="t" l="l"/>
            <a:pathLst>
              <a:path h="1307668" w="835273">
                <a:moveTo>
                  <a:pt x="0" y="0"/>
                </a:moveTo>
                <a:lnTo>
                  <a:pt x="835273" y="0"/>
                </a:lnTo>
                <a:lnTo>
                  <a:pt x="835273" y="1307669"/>
                </a:lnTo>
                <a:lnTo>
                  <a:pt x="0" y="13076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9445532" cy="1695450"/>
            <a:chOff x="0" y="0"/>
            <a:chExt cx="12594043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46130" y="203200"/>
              <a:ext cx="12347913" cy="2057400"/>
              <a:chOff x="0" y="0"/>
              <a:chExt cx="2439094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43909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39094">
                    <a:moveTo>
                      <a:pt x="2235894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5894" y="406400"/>
                    </a:lnTo>
                    <a:lnTo>
                      <a:pt x="2439094" y="203200"/>
                    </a:lnTo>
                    <a:lnTo>
                      <a:pt x="2235894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32479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2347913" cy="2057400"/>
              <a:chOff x="0" y="0"/>
              <a:chExt cx="2439094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439094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39094">
                    <a:moveTo>
                      <a:pt x="2235894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5894" y="406400"/>
                    </a:lnTo>
                    <a:lnTo>
                      <a:pt x="2439094" y="203200"/>
                    </a:lnTo>
                    <a:lnTo>
                      <a:pt x="2235894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324794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16915038" cy="1695450"/>
            <a:chOff x="0" y="0"/>
            <a:chExt cx="22553383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2319104" cy="2057400"/>
              <a:chOff x="0" y="0"/>
              <a:chExt cx="4408712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40871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408712">
                    <a:moveTo>
                      <a:pt x="420551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205512" y="406400"/>
                    </a:lnTo>
                    <a:lnTo>
                      <a:pt x="4408712" y="203200"/>
                    </a:lnTo>
                    <a:lnTo>
                      <a:pt x="4205512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29441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234280" y="203200"/>
              <a:ext cx="22319104" cy="2057400"/>
              <a:chOff x="0" y="0"/>
              <a:chExt cx="4408712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40871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408712">
                    <a:moveTo>
                      <a:pt x="420551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205512" y="406400"/>
                    </a:lnTo>
                    <a:lnTo>
                      <a:pt x="4408712" y="203200"/>
                    </a:lnTo>
                    <a:lnTo>
                      <a:pt x="4205512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429441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6" id="16"/>
          <p:cNvSpPr txBox="true"/>
          <p:nvPr/>
        </p:nvSpPr>
        <p:spPr>
          <a:xfrm rot="0">
            <a:off x="12499028" y="2581271"/>
            <a:ext cx="5357506" cy="173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Pantalla de ajustes</a:t>
            </a:r>
          </a:p>
        </p:txBody>
      </p:sp>
      <p:sp>
        <p:nvSpPr>
          <p:cNvPr name="AutoShape 17" id="17"/>
          <p:cNvSpPr/>
          <p:nvPr/>
        </p:nvSpPr>
        <p:spPr>
          <a:xfrm>
            <a:off x="6128203" y="3005193"/>
            <a:ext cx="0" cy="6581038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8" id="18"/>
          <p:cNvSpPr/>
          <p:nvPr/>
        </p:nvSpPr>
        <p:spPr>
          <a:xfrm>
            <a:off x="12422828" y="3005193"/>
            <a:ext cx="0" cy="6581038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1935860" y="4483099"/>
            <a:ext cx="2559026" cy="5460074"/>
            <a:chOff x="0" y="0"/>
            <a:chExt cx="812800" cy="17342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1734234"/>
            </a:xfrm>
            <a:custGeom>
              <a:avLst/>
              <a:gdLst/>
              <a:ahLst/>
              <a:cxnLst/>
              <a:rect r="r" b="b" t="t" l="l"/>
              <a:pathLst>
                <a:path h="1734234" w="812800">
                  <a:moveTo>
                    <a:pt x="69583" y="0"/>
                  </a:moveTo>
                  <a:lnTo>
                    <a:pt x="743217" y="0"/>
                  </a:lnTo>
                  <a:cubicBezTo>
                    <a:pt x="761672" y="0"/>
                    <a:pt x="779370" y="7331"/>
                    <a:pt x="792420" y="20380"/>
                  </a:cubicBezTo>
                  <a:cubicBezTo>
                    <a:pt x="805469" y="33430"/>
                    <a:pt x="812800" y="51128"/>
                    <a:pt x="812800" y="69583"/>
                  </a:cubicBezTo>
                  <a:lnTo>
                    <a:pt x="812800" y="1664651"/>
                  </a:lnTo>
                  <a:cubicBezTo>
                    <a:pt x="812800" y="1683105"/>
                    <a:pt x="805469" y="1700804"/>
                    <a:pt x="792420" y="1713853"/>
                  </a:cubicBezTo>
                  <a:cubicBezTo>
                    <a:pt x="779370" y="1726903"/>
                    <a:pt x="761672" y="1734234"/>
                    <a:pt x="743217" y="1734234"/>
                  </a:cubicBezTo>
                  <a:lnTo>
                    <a:pt x="69583" y="1734234"/>
                  </a:lnTo>
                  <a:cubicBezTo>
                    <a:pt x="31153" y="1734234"/>
                    <a:pt x="0" y="1703080"/>
                    <a:pt x="0" y="1664651"/>
                  </a:cubicBezTo>
                  <a:lnTo>
                    <a:pt x="0" y="69583"/>
                  </a:lnTo>
                  <a:cubicBezTo>
                    <a:pt x="0" y="51128"/>
                    <a:pt x="7331" y="33430"/>
                    <a:pt x="20380" y="20380"/>
                  </a:cubicBezTo>
                  <a:cubicBezTo>
                    <a:pt x="33430" y="7331"/>
                    <a:pt x="51128" y="0"/>
                    <a:pt x="69583" y="0"/>
                  </a:cubicBezTo>
                  <a:close/>
                </a:path>
              </a:pathLst>
            </a:custGeom>
            <a:blipFill>
              <a:blip r:embed="rId2"/>
              <a:stretch>
                <a:fillRect l="-1207" t="0" r="-1207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864487" y="4483099"/>
            <a:ext cx="2559026" cy="5460074"/>
            <a:chOff x="0" y="0"/>
            <a:chExt cx="812800" cy="17342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1734234"/>
            </a:xfrm>
            <a:custGeom>
              <a:avLst/>
              <a:gdLst/>
              <a:ahLst/>
              <a:cxnLst/>
              <a:rect r="r" b="b" t="t" l="l"/>
              <a:pathLst>
                <a:path h="1734234" w="812800">
                  <a:moveTo>
                    <a:pt x="69583" y="0"/>
                  </a:moveTo>
                  <a:lnTo>
                    <a:pt x="743217" y="0"/>
                  </a:lnTo>
                  <a:cubicBezTo>
                    <a:pt x="761672" y="0"/>
                    <a:pt x="779370" y="7331"/>
                    <a:pt x="792420" y="20380"/>
                  </a:cubicBezTo>
                  <a:cubicBezTo>
                    <a:pt x="805469" y="33430"/>
                    <a:pt x="812800" y="51128"/>
                    <a:pt x="812800" y="69583"/>
                  </a:cubicBezTo>
                  <a:lnTo>
                    <a:pt x="812800" y="1664651"/>
                  </a:lnTo>
                  <a:cubicBezTo>
                    <a:pt x="812800" y="1683105"/>
                    <a:pt x="805469" y="1700804"/>
                    <a:pt x="792420" y="1713853"/>
                  </a:cubicBezTo>
                  <a:cubicBezTo>
                    <a:pt x="779370" y="1726903"/>
                    <a:pt x="761672" y="1734234"/>
                    <a:pt x="743217" y="1734234"/>
                  </a:cubicBezTo>
                  <a:lnTo>
                    <a:pt x="69583" y="1734234"/>
                  </a:lnTo>
                  <a:cubicBezTo>
                    <a:pt x="31153" y="1734234"/>
                    <a:pt x="0" y="1703080"/>
                    <a:pt x="0" y="1664651"/>
                  </a:cubicBezTo>
                  <a:lnTo>
                    <a:pt x="0" y="69583"/>
                  </a:lnTo>
                  <a:cubicBezTo>
                    <a:pt x="0" y="51128"/>
                    <a:pt x="7331" y="33430"/>
                    <a:pt x="20380" y="20380"/>
                  </a:cubicBezTo>
                  <a:cubicBezTo>
                    <a:pt x="33430" y="7331"/>
                    <a:pt x="51128" y="0"/>
                    <a:pt x="69583" y="0"/>
                  </a:cubicBezTo>
                  <a:close/>
                </a:path>
              </a:pathLst>
            </a:custGeom>
            <a:blipFill>
              <a:blip r:embed="rId3"/>
              <a:stretch>
                <a:fillRect l="-1341" t="0" r="-1341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898268" y="5143500"/>
            <a:ext cx="2559026" cy="3808578"/>
            <a:chOff x="0" y="0"/>
            <a:chExt cx="812800" cy="12096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209684"/>
            </a:xfrm>
            <a:custGeom>
              <a:avLst/>
              <a:gdLst/>
              <a:ahLst/>
              <a:cxnLst/>
              <a:rect r="r" b="b" t="t" l="l"/>
              <a:pathLst>
                <a:path h="1209684" w="812800">
                  <a:moveTo>
                    <a:pt x="69583" y="0"/>
                  </a:moveTo>
                  <a:lnTo>
                    <a:pt x="743217" y="0"/>
                  </a:lnTo>
                  <a:cubicBezTo>
                    <a:pt x="761672" y="0"/>
                    <a:pt x="779370" y="7331"/>
                    <a:pt x="792420" y="20380"/>
                  </a:cubicBezTo>
                  <a:cubicBezTo>
                    <a:pt x="805469" y="33430"/>
                    <a:pt x="812800" y="51128"/>
                    <a:pt x="812800" y="69583"/>
                  </a:cubicBezTo>
                  <a:lnTo>
                    <a:pt x="812800" y="1140101"/>
                  </a:lnTo>
                  <a:cubicBezTo>
                    <a:pt x="812800" y="1178531"/>
                    <a:pt x="781647" y="1209684"/>
                    <a:pt x="743217" y="1209684"/>
                  </a:cubicBezTo>
                  <a:lnTo>
                    <a:pt x="69583" y="1209684"/>
                  </a:lnTo>
                  <a:cubicBezTo>
                    <a:pt x="51128" y="1209684"/>
                    <a:pt x="33430" y="1202353"/>
                    <a:pt x="20380" y="1189304"/>
                  </a:cubicBezTo>
                  <a:cubicBezTo>
                    <a:pt x="7331" y="1176254"/>
                    <a:pt x="0" y="1158556"/>
                    <a:pt x="0" y="1140101"/>
                  </a:cubicBezTo>
                  <a:lnTo>
                    <a:pt x="0" y="69583"/>
                  </a:lnTo>
                  <a:cubicBezTo>
                    <a:pt x="0" y="51128"/>
                    <a:pt x="7331" y="33430"/>
                    <a:pt x="20380" y="20380"/>
                  </a:cubicBezTo>
                  <a:cubicBezTo>
                    <a:pt x="33430" y="7331"/>
                    <a:pt x="51128" y="0"/>
                    <a:pt x="69583" y="0"/>
                  </a:cubicBezTo>
                  <a:close/>
                </a:path>
              </a:pathLst>
            </a:custGeom>
            <a:blipFill>
              <a:blip r:embed="rId4"/>
              <a:stretch>
                <a:fillRect l="-43" t="0" r="-43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5973" y="-80969"/>
            <a:ext cx="15326176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DESARROLLO DEL SISTEMA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5973" y="1319219"/>
            <a:ext cx="7237824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Sinffer (Interfaz)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3654" y="2581271"/>
            <a:ext cx="5357506" cy="173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Lista de dispositivos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61578" y="2581271"/>
            <a:ext cx="5357506" cy="173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b="true" sz="4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Pantalla de analisis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040844" y="1288100"/>
            <a:ext cx="827398" cy="1154508"/>
          </a:xfrm>
          <a:custGeom>
            <a:avLst/>
            <a:gdLst/>
            <a:ahLst/>
            <a:cxnLst/>
            <a:rect r="r" b="b" t="t" l="l"/>
            <a:pathLst>
              <a:path h="1154508" w="827398">
                <a:moveTo>
                  <a:pt x="0" y="0"/>
                </a:moveTo>
                <a:lnTo>
                  <a:pt x="827397" y="0"/>
                </a:lnTo>
                <a:lnTo>
                  <a:pt x="827397" y="1154508"/>
                </a:lnTo>
                <a:lnTo>
                  <a:pt x="0" y="115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7183432" y="1217684"/>
            <a:ext cx="827398" cy="1295339"/>
          </a:xfrm>
          <a:custGeom>
            <a:avLst/>
            <a:gdLst/>
            <a:ahLst/>
            <a:cxnLst/>
            <a:rect r="r" b="b" t="t" l="l"/>
            <a:pathLst>
              <a:path h="1295339" w="827398">
                <a:moveTo>
                  <a:pt x="0" y="0"/>
                </a:moveTo>
                <a:lnTo>
                  <a:pt x="827398" y="0"/>
                </a:lnTo>
                <a:lnTo>
                  <a:pt x="827398" y="1295339"/>
                </a:lnTo>
                <a:lnTo>
                  <a:pt x="0" y="12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060" y="0"/>
            <a:ext cx="16089289" cy="1695450"/>
            <a:chOff x="0" y="0"/>
            <a:chExt cx="21452386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1229543" cy="2057400"/>
              <a:chOff x="0" y="0"/>
              <a:chExt cx="4193490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19349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193490">
                    <a:moveTo>
                      <a:pt x="399029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990290" y="406400"/>
                    </a:lnTo>
                    <a:lnTo>
                      <a:pt x="4193490" y="203200"/>
                    </a:lnTo>
                    <a:lnTo>
                      <a:pt x="3990290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07919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22843" y="203200"/>
              <a:ext cx="21229543" cy="2057400"/>
              <a:chOff x="0" y="0"/>
              <a:chExt cx="4193490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19349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193490">
                    <a:moveTo>
                      <a:pt x="399029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990290" y="406400"/>
                    </a:lnTo>
                    <a:lnTo>
                      <a:pt x="4193490" y="203200"/>
                    </a:lnTo>
                    <a:lnTo>
                      <a:pt x="3990290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07919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11578845" y="3209824"/>
            <a:ext cx="5246370" cy="524637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75973" y="-80969"/>
            <a:ext cx="1402288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PRUEBAS COMPARATIVAS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782968"/>
            <a:ext cx="9337675" cy="4026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 0: </a:t>
            </a:r>
            <a:r>
              <a:rPr lang="en-US" sz="45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Cajas vacías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 1: </a:t>
            </a:r>
            <a:r>
              <a:rPr lang="en-US" sz="45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Paquetería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 2: </a:t>
            </a:r>
            <a:r>
              <a:rPr lang="en-US" sz="45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Interior de vehículos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 3: </a:t>
            </a:r>
            <a:r>
              <a:rPr lang="en-US" sz="45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Personas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 4: </a:t>
            </a:r>
            <a:r>
              <a:rPr lang="en-US" sz="45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Equipajes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656813"/>
            <a:ext cx="11430353" cy="103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  <a:spcBef>
                <a:spcPct val="0"/>
              </a:spcBef>
            </a:pPr>
            <a:r>
              <a:rPr lang="en-US" b="true" sz="2955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Comprobar rendimiento del sistema desarrollado en comparación con un perro detector de narcóticos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4760" y="8742829"/>
            <a:ext cx="6114540" cy="51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  <a:spcBef>
                <a:spcPct val="0"/>
              </a:spcBef>
            </a:pPr>
            <a:r>
              <a:rPr lang="en-US" b="true" sz="2955" i="true">
                <a:solidFill>
                  <a:srgbClr val="183B4E"/>
                </a:solidFill>
                <a:latin typeface="Exo 2 Bold Italics"/>
                <a:ea typeface="Exo 2 Bold Italics"/>
                <a:cs typeface="Exo 2 Bold Italics"/>
                <a:sym typeface="Exo 2 Bold Italics"/>
              </a:rPr>
              <a:t>Zape, perro detector de narcóticos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5724808" y="202833"/>
            <a:ext cx="924346" cy="1289785"/>
          </a:xfrm>
          <a:custGeom>
            <a:avLst/>
            <a:gdLst/>
            <a:ahLst/>
            <a:cxnLst/>
            <a:rect r="r" b="b" t="t" l="l"/>
            <a:pathLst>
              <a:path h="1289785" w="924346">
                <a:moveTo>
                  <a:pt x="0" y="0"/>
                </a:moveTo>
                <a:lnTo>
                  <a:pt x="924346" y="0"/>
                </a:lnTo>
                <a:lnTo>
                  <a:pt x="924346" y="1289784"/>
                </a:lnTo>
                <a:lnTo>
                  <a:pt x="0" y="1289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001276" y="124167"/>
            <a:ext cx="924346" cy="1447116"/>
          </a:xfrm>
          <a:custGeom>
            <a:avLst/>
            <a:gdLst/>
            <a:ahLst/>
            <a:cxnLst/>
            <a:rect r="r" b="b" t="t" l="l"/>
            <a:pathLst>
              <a:path h="1447116" w="924346">
                <a:moveTo>
                  <a:pt x="0" y="0"/>
                </a:moveTo>
                <a:lnTo>
                  <a:pt x="924345" y="0"/>
                </a:lnTo>
                <a:lnTo>
                  <a:pt x="924345" y="1447116"/>
                </a:lnTo>
                <a:lnTo>
                  <a:pt x="0" y="14471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8589938" cy="1695450"/>
            <a:chOff x="0" y="0"/>
            <a:chExt cx="11453250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23835" y="203200"/>
              <a:ext cx="11229416" cy="2057400"/>
              <a:chOff x="0" y="0"/>
              <a:chExt cx="2218156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21815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18156">
                    <a:moveTo>
                      <a:pt x="201495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014956" y="406400"/>
                    </a:lnTo>
                    <a:lnTo>
                      <a:pt x="2218156" y="203200"/>
                    </a:lnTo>
                    <a:lnTo>
                      <a:pt x="2014956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10385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1229416" cy="2057400"/>
              <a:chOff x="0" y="0"/>
              <a:chExt cx="2218156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1815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18156">
                    <a:moveTo>
                      <a:pt x="201495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014956" y="406400"/>
                    </a:lnTo>
                    <a:lnTo>
                      <a:pt x="2218156" y="203200"/>
                    </a:lnTo>
                    <a:lnTo>
                      <a:pt x="2014956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0385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163770" y="3349451"/>
            <a:ext cx="6850539" cy="5908849"/>
            <a:chOff x="0" y="0"/>
            <a:chExt cx="942336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2336" cy="812800"/>
            </a:xfrm>
            <a:custGeom>
              <a:avLst/>
              <a:gdLst/>
              <a:ahLst/>
              <a:cxnLst/>
              <a:rect r="r" b="b" t="t" l="l"/>
              <a:pathLst>
                <a:path h="812800" w="942336">
                  <a:moveTo>
                    <a:pt x="25993" y="0"/>
                  </a:moveTo>
                  <a:lnTo>
                    <a:pt x="916343" y="0"/>
                  </a:lnTo>
                  <a:cubicBezTo>
                    <a:pt x="930698" y="0"/>
                    <a:pt x="942336" y="11637"/>
                    <a:pt x="942336" y="25993"/>
                  </a:cubicBezTo>
                  <a:lnTo>
                    <a:pt x="942336" y="786807"/>
                  </a:lnTo>
                  <a:cubicBezTo>
                    <a:pt x="942336" y="801163"/>
                    <a:pt x="930698" y="812800"/>
                    <a:pt x="916343" y="812800"/>
                  </a:cubicBezTo>
                  <a:lnTo>
                    <a:pt x="25993" y="812800"/>
                  </a:lnTo>
                  <a:cubicBezTo>
                    <a:pt x="11637" y="812800"/>
                    <a:pt x="0" y="801163"/>
                    <a:pt x="0" y="786807"/>
                  </a:cubicBezTo>
                  <a:lnTo>
                    <a:pt x="0" y="25993"/>
                  </a:lnTo>
                  <a:cubicBezTo>
                    <a:pt x="0" y="11637"/>
                    <a:pt x="11637" y="0"/>
                    <a:pt x="2599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8" r="0" b="-158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973" y="1319219"/>
            <a:ext cx="6422025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Modelo Hachís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03277" y="4354834"/>
            <a:ext cx="8293944" cy="321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Pocos falsos positivos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Pocos falsos negativos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Más falsos negativos que falsos positivos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49587">
            <a:off x="10749078" y="622197"/>
            <a:ext cx="3013975" cy="3013975"/>
          </a:xfrm>
          <a:custGeom>
            <a:avLst/>
            <a:gdLst/>
            <a:ahLst/>
            <a:cxnLst/>
            <a:rect r="r" b="b" t="t" l="l"/>
            <a:pathLst>
              <a:path h="3013975" w="3013975">
                <a:moveTo>
                  <a:pt x="0" y="0"/>
                </a:moveTo>
                <a:lnTo>
                  <a:pt x="3013975" y="0"/>
                </a:lnTo>
                <a:lnTo>
                  <a:pt x="3013975" y="3013975"/>
                </a:lnTo>
                <a:lnTo>
                  <a:pt x="0" y="30139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26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8589938" cy="1695450"/>
            <a:chOff x="0" y="0"/>
            <a:chExt cx="11453250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23835" y="203200"/>
              <a:ext cx="11229416" cy="2057400"/>
              <a:chOff x="0" y="0"/>
              <a:chExt cx="2218156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21815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18156">
                    <a:moveTo>
                      <a:pt x="201495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014956" y="406400"/>
                    </a:lnTo>
                    <a:lnTo>
                      <a:pt x="2218156" y="203200"/>
                    </a:lnTo>
                    <a:lnTo>
                      <a:pt x="2014956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10385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1229416" cy="2057400"/>
              <a:chOff x="0" y="0"/>
              <a:chExt cx="2218156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1815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218156">
                    <a:moveTo>
                      <a:pt x="201495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014956" y="406400"/>
                    </a:lnTo>
                    <a:lnTo>
                      <a:pt x="2218156" y="203200"/>
                    </a:lnTo>
                    <a:lnTo>
                      <a:pt x="2014956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10385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9322644" y="3029015"/>
            <a:ext cx="8118059" cy="5942784"/>
            <a:chOff x="0" y="0"/>
            <a:chExt cx="1257700" cy="9206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7700" cy="920693"/>
            </a:xfrm>
            <a:custGeom>
              <a:avLst/>
              <a:gdLst/>
              <a:ahLst/>
              <a:cxnLst/>
              <a:rect r="r" b="b" t="t" l="l"/>
              <a:pathLst>
                <a:path h="920693" w="1257700">
                  <a:moveTo>
                    <a:pt x="21934" y="0"/>
                  </a:moveTo>
                  <a:lnTo>
                    <a:pt x="1235765" y="0"/>
                  </a:lnTo>
                  <a:cubicBezTo>
                    <a:pt x="1241583" y="0"/>
                    <a:pt x="1247162" y="2311"/>
                    <a:pt x="1251275" y="6424"/>
                  </a:cubicBezTo>
                  <a:cubicBezTo>
                    <a:pt x="1255389" y="10538"/>
                    <a:pt x="1257700" y="16117"/>
                    <a:pt x="1257700" y="21934"/>
                  </a:cubicBezTo>
                  <a:lnTo>
                    <a:pt x="1257700" y="898758"/>
                  </a:lnTo>
                  <a:cubicBezTo>
                    <a:pt x="1257700" y="904576"/>
                    <a:pt x="1255389" y="910155"/>
                    <a:pt x="1251275" y="914268"/>
                  </a:cubicBezTo>
                  <a:cubicBezTo>
                    <a:pt x="1247162" y="918382"/>
                    <a:pt x="1241583" y="920693"/>
                    <a:pt x="1235765" y="920693"/>
                  </a:cubicBezTo>
                  <a:lnTo>
                    <a:pt x="21934" y="920693"/>
                  </a:lnTo>
                  <a:cubicBezTo>
                    <a:pt x="16117" y="920693"/>
                    <a:pt x="10538" y="918382"/>
                    <a:pt x="6424" y="914268"/>
                  </a:cubicBezTo>
                  <a:cubicBezTo>
                    <a:pt x="2311" y="910155"/>
                    <a:pt x="0" y="904576"/>
                    <a:pt x="0" y="898758"/>
                  </a:cubicBezTo>
                  <a:lnTo>
                    <a:pt x="0" y="21934"/>
                  </a:lnTo>
                  <a:cubicBezTo>
                    <a:pt x="0" y="16117"/>
                    <a:pt x="2311" y="10538"/>
                    <a:pt x="6424" y="6424"/>
                  </a:cubicBezTo>
                  <a:cubicBezTo>
                    <a:pt x="10538" y="2311"/>
                    <a:pt x="16117" y="0"/>
                    <a:pt x="21934" y="0"/>
                  </a:cubicBezTo>
                  <a:close/>
                </a:path>
              </a:pathLst>
            </a:custGeom>
            <a:blipFill>
              <a:blip r:embed="rId2"/>
              <a:stretch>
                <a:fillRect l="-177" t="0" r="-177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973" y="1319219"/>
            <a:ext cx="6422025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Modelo Hachís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2235" y="3125127"/>
            <a:ext cx="8920716" cy="564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Precisión del 96%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Precisión de validación más alta que el entrenamiento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Perdida de validación más baja que el entrenamiento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Completa todas las épocas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Sin overfitting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1813868">
            <a:off x="11932417" y="357190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9" y="0"/>
                </a:lnTo>
                <a:lnTo>
                  <a:pt x="2190759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27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6660" y="1028700"/>
            <a:ext cx="10520000" cy="1695450"/>
            <a:chOff x="0" y="0"/>
            <a:chExt cx="14026666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274128" y="203200"/>
              <a:ext cx="13752538" cy="2057400"/>
              <a:chOff x="0" y="0"/>
              <a:chExt cx="2716551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71655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6551">
                    <a:moveTo>
                      <a:pt x="251335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3351" y="406400"/>
                    </a:lnTo>
                    <a:lnTo>
                      <a:pt x="2716551" y="203200"/>
                    </a:lnTo>
                    <a:lnTo>
                      <a:pt x="2513351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60225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13752538" cy="2057400"/>
              <a:chOff x="0" y="0"/>
              <a:chExt cx="2716551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71655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6551">
                    <a:moveTo>
                      <a:pt x="251335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3351" y="406400"/>
                    </a:lnTo>
                    <a:lnTo>
                      <a:pt x="2716551" y="203200"/>
                    </a:lnTo>
                    <a:lnTo>
                      <a:pt x="2513351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60225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0">
            <a:off x="1163770" y="3349451"/>
            <a:ext cx="6850539" cy="5908849"/>
            <a:chOff x="0" y="0"/>
            <a:chExt cx="942336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2336" cy="812800"/>
            </a:xfrm>
            <a:custGeom>
              <a:avLst/>
              <a:gdLst/>
              <a:ahLst/>
              <a:cxnLst/>
              <a:rect r="r" b="b" t="t" l="l"/>
              <a:pathLst>
                <a:path h="812800" w="942336">
                  <a:moveTo>
                    <a:pt x="25993" y="0"/>
                  </a:moveTo>
                  <a:lnTo>
                    <a:pt x="916343" y="0"/>
                  </a:lnTo>
                  <a:cubicBezTo>
                    <a:pt x="930698" y="0"/>
                    <a:pt x="942336" y="11637"/>
                    <a:pt x="942336" y="25993"/>
                  </a:cubicBezTo>
                  <a:lnTo>
                    <a:pt x="942336" y="786807"/>
                  </a:lnTo>
                  <a:cubicBezTo>
                    <a:pt x="942336" y="801163"/>
                    <a:pt x="930698" y="812800"/>
                    <a:pt x="916343" y="812800"/>
                  </a:cubicBezTo>
                  <a:lnTo>
                    <a:pt x="25993" y="812800"/>
                  </a:lnTo>
                  <a:cubicBezTo>
                    <a:pt x="11637" y="812800"/>
                    <a:pt x="0" y="801163"/>
                    <a:pt x="0" y="786807"/>
                  </a:cubicBezTo>
                  <a:lnTo>
                    <a:pt x="0" y="25993"/>
                  </a:lnTo>
                  <a:cubicBezTo>
                    <a:pt x="0" y="11637"/>
                    <a:pt x="11637" y="0"/>
                    <a:pt x="2599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973" y="1319219"/>
            <a:ext cx="8710243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Modelo Hachís Plus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03277" y="4354834"/>
            <a:ext cx="8293944" cy="3216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Pocos falsos positivos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Pocos falsos negativos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Más falsos negativos que falsos positivos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2849587">
            <a:off x="11241870" y="678276"/>
            <a:ext cx="3285626" cy="3285626"/>
          </a:xfrm>
          <a:custGeom>
            <a:avLst/>
            <a:gdLst/>
            <a:ahLst/>
            <a:cxnLst/>
            <a:rect r="r" b="b" t="t" l="l"/>
            <a:pathLst>
              <a:path h="3285626" w="3285626">
                <a:moveTo>
                  <a:pt x="0" y="0"/>
                </a:moveTo>
                <a:lnTo>
                  <a:pt x="3285626" y="0"/>
                </a:lnTo>
                <a:lnTo>
                  <a:pt x="3285626" y="3285626"/>
                </a:lnTo>
                <a:lnTo>
                  <a:pt x="0" y="3285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28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60902" y="3237704"/>
            <a:ext cx="8118059" cy="5942784"/>
            <a:chOff x="0" y="0"/>
            <a:chExt cx="1257700" cy="9206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7700" cy="920693"/>
            </a:xfrm>
            <a:custGeom>
              <a:avLst/>
              <a:gdLst/>
              <a:ahLst/>
              <a:cxnLst/>
              <a:rect r="r" b="b" t="t" l="l"/>
              <a:pathLst>
                <a:path h="920693" w="1257700">
                  <a:moveTo>
                    <a:pt x="21934" y="0"/>
                  </a:moveTo>
                  <a:lnTo>
                    <a:pt x="1235765" y="0"/>
                  </a:lnTo>
                  <a:cubicBezTo>
                    <a:pt x="1241583" y="0"/>
                    <a:pt x="1247162" y="2311"/>
                    <a:pt x="1251275" y="6424"/>
                  </a:cubicBezTo>
                  <a:cubicBezTo>
                    <a:pt x="1255389" y="10538"/>
                    <a:pt x="1257700" y="16117"/>
                    <a:pt x="1257700" y="21934"/>
                  </a:cubicBezTo>
                  <a:lnTo>
                    <a:pt x="1257700" y="898758"/>
                  </a:lnTo>
                  <a:cubicBezTo>
                    <a:pt x="1257700" y="904576"/>
                    <a:pt x="1255389" y="910155"/>
                    <a:pt x="1251275" y="914268"/>
                  </a:cubicBezTo>
                  <a:cubicBezTo>
                    <a:pt x="1247162" y="918382"/>
                    <a:pt x="1241583" y="920693"/>
                    <a:pt x="1235765" y="920693"/>
                  </a:cubicBezTo>
                  <a:lnTo>
                    <a:pt x="21934" y="920693"/>
                  </a:lnTo>
                  <a:cubicBezTo>
                    <a:pt x="16117" y="920693"/>
                    <a:pt x="10538" y="918382"/>
                    <a:pt x="6424" y="914268"/>
                  </a:cubicBezTo>
                  <a:cubicBezTo>
                    <a:pt x="2311" y="910155"/>
                    <a:pt x="0" y="904576"/>
                    <a:pt x="0" y="898758"/>
                  </a:cubicBezTo>
                  <a:lnTo>
                    <a:pt x="0" y="21934"/>
                  </a:lnTo>
                  <a:cubicBezTo>
                    <a:pt x="0" y="16117"/>
                    <a:pt x="2311" y="10538"/>
                    <a:pt x="6424" y="6424"/>
                  </a:cubicBezTo>
                  <a:cubicBezTo>
                    <a:pt x="10538" y="2311"/>
                    <a:pt x="16117" y="0"/>
                    <a:pt x="21934" y="0"/>
                  </a:cubicBezTo>
                  <a:close/>
                </a:path>
              </a:pathLst>
            </a:custGeom>
            <a:blipFill>
              <a:blip r:embed="rId2"/>
              <a:stretch>
                <a:fillRect l="-1461" t="0" r="-1461" b="0"/>
              </a:stretch>
            </a:blipFill>
            <a:ln w="38100" cap="rnd">
              <a:solidFill>
                <a:srgbClr val="183B4E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2933765"/>
            <a:ext cx="9322644" cy="645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Precisión del 94.67%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Precisión de validación más alta que el entrenamiento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Perdida de validación más baja que el entrenamiento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No completa todas las épocas</a:t>
            </a:r>
          </a:p>
          <a:p>
            <a:pPr algn="l" marL="993133" indent="-496566" lvl="1">
              <a:lnSpc>
                <a:spcPts val="6439"/>
              </a:lnSpc>
              <a:buFont typeface="Arial"/>
              <a:buChar char="•"/>
            </a:pPr>
            <a:r>
              <a:rPr lang="en-US" b="true" sz="45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Sin overfitting por el Early Stopping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852111">
            <a:off x="12459702" y="559242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9" y="0"/>
                </a:lnTo>
                <a:lnTo>
                  <a:pt x="2190759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386660" y="1028700"/>
            <a:ext cx="10520000" cy="1695450"/>
            <a:chOff x="0" y="0"/>
            <a:chExt cx="14026666" cy="22606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74128" y="203200"/>
              <a:ext cx="13752538" cy="2057400"/>
              <a:chOff x="0" y="0"/>
              <a:chExt cx="2716551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1655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6551">
                    <a:moveTo>
                      <a:pt x="251335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3351" y="406400"/>
                    </a:lnTo>
                    <a:lnTo>
                      <a:pt x="2716551" y="203200"/>
                    </a:lnTo>
                    <a:lnTo>
                      <a:pt x="2513351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60225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13752538" cy="2057400"/>
              <a:chOff x="0" y="0"/>
              <a:chExt cx="2716551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16551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716551">
                    <a:moveTo>
                      <a:pt x="2513351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513351" y="406400"/>
                    </a:lnTo>
                    <a:lnTo>
                      <a:pt x="2716551" y="203200"/>
                    </a:lnTo>
                    <a:lnTo>
                      <a:pt x="2513351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602251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5973" y="1319219"/>
            <a:ext cx="8710243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Modelo Hachís Plus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29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54174" y="3235355"/>
            <a:ext cx="10979652" cy="1908145"/>
          </a:xfrm>
          <a:custGeom>
            <a:avLst/>
            <a:gdLst/>
            <a:ahLst/>
            <a:cxnLst/>
            <a:rect r="r" b="b" t="t" l="l"/>
            <a:pathLst>
              <a:path h="1908145" w="10979652">
                <a:moveTo>
                  <a:pt x="0" y="0"/>
                </a:moveTo>
                <a:lnTo>
                  <a:pt x="10979652" y="0"/>
                </a:lnTo>
                <a:lnTo>
                  <a:pt x="10979652" y="1908145"/>
                </a:lnTo>
                <a:lnTo>
                  <a:pt x="0" y="190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183B4E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4615888">
            <a:off x="12081649" y="440471"/>
            <a:ext cx="2190759" cy="2190759"/>
          </a:xfrm>
          <a:custGeom>
            <a:avLst/>
            <a:gdLst/>
            <a:ahLst/>
            <a:cxnLst/>
            <a:rect r="r" b="b" t="t" l="l"/>
            <a:pathLst>
              <a:path h="2190759" w="2190759">
                <a:moveTo>
                  <a:pt x="0" y="0"/>
                </a:moveTo>
                <a:lnTo>
                  <a:pt x="2190758" y="0"/>
                </a:lnTo>
                <a:lnTo>
                  <a:pt x="2190758" y="2190759"/>
                </a:lnTo>
                <a:lnTo>
                  <a:pt x="0" y="21907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81333" y="5791200"/>
            <a:ext cx="465216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A-Z: </a:t>
            </a:r>
            <a:r>
              <a:rPr lang="en-US" sz="39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Acierto de Zape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1333" y="6756401"/>
            <a:ext cx="5299234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T(s)</a:t>
            </a: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-Z: </a:t>
            </a:r>
            <a:r>
              <a:rPr lang="en-US" sz="39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Tiempo de Zape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81333" y="7721603"/>
            <a:ext cx="509635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</a:t>
            </a: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-Z: </a:t>
            </a:r>
            <a:r>
              <a:rPr lang="en-US" sz="39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Precisión de Zape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8463" y="5791200"/>
            <a:ext cx="5747068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A-N: </a:t>
            </a:r>
            <a:r>
              <a:rPr lang="en-US" sz="39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Acierto de la e-nose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8463" y="6756401"/>
            <a:ext cx="6394132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T(s)</a:t>
            </a: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-N: </a:t>
            </a:r>
            <a:r>
              <a:rPr lang="en-US" sz="39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Tiempo de la e-nose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88463" y="7721603"/>
            <a:ext cx="6191250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</a:t>
            </a: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-N: </a:t>
            </a:r>
            <a:r>
              <a:rPr lang="en-US" sz="3999">
                <a:solidFill>
                  <a:srgbClr val="183B4E"/>
                </a:solidFill>
                <a:latin typeface="Exo 2"/>
                <a:ea typeface="Exo 2"/>
                <a:cs typeface="Exo 2"/>
                <a:sym typeface="Exo 2"/>
              </a:rPr>
              <a:t>Precisión de la e-nose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386660" y="1028700"/>
            <a:ext cx="12012316" cy="1695450"/>
            <a:chOff x="0" y="0"/>
            <a:chExt cx="16016421" cy="2260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313014" y="203200"/>
              <a:ext cx="15703406" cy="2057400"/>
              <a:chOff x="0" y="0"/>
              <a:chExt cx="3101907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10190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101907">
                    <a:moveTo>
                      <a:pt x="2898707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898707" y="406400"/>
                    </a:lnTo>
                    <a:lnTo>
                      <a:pt x="3101907" y="203200"/>
                    </a:lnTo>
                    <a:lnTo>
                      <a:pt x="2898707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98760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5703406" cy="2057400"/>
              <a:chOff x="0" y="0"/>
              <a:chExt cx="3101907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101907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101907">
                    <a:moveTo>
                      <a:pt x="2898707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898707" y="406400"/>
                    </a:lnTo>
                    <a:lnTo>
                      <a:pt x="3101907" y="203200"/>
                    </a:lnTo>
                    <a:lnTo>
                      <a:pt x="2898707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987607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5973" y="1319219"/>
            <a:ext cx="9814556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Pruebas comparativas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30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79734" y="4259998"/>
            <a:ext cx="5376109" cy="5745464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15742" y="4172894"/>
            <a:ext cx="6790722" cy="555031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838768" y="3496609"/>
            <a:ext cx="4338288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Porcentaje de aciertos de Zape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959" y="3496609"/>
            <a:ext cx="4338288" cy="114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  <a:spcBef>
                <a:spcPct val="0"/>
              </a:spcBef>
            </a:pPr>
            <a:r>
              <a:rPr lang="en-US" b="true" sz="32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Porcentaje de aciertos de la e-nose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86660" y="1028700"/>
            <a:ext cx="16091312" cy="1695450"/>
            <a:chOff x="0" y="0"/>
            <a:chExt cx="21455083" cy="22606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19304" y="203200"/>
              <a:ext cx="21035779" cy="2057400"/>
              <a:chOff x="0" y="0"/>
              <a:chExt cx="4155216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15521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155216">
                    <a:moveTo>
                      <a:pt x="395201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952016" y="406400"/>
                    </a:lnTo>
                    <a:lnTo>
                      <a:pt x="4155216" y="203200"/>
                    </a:lnTo>
                    <a:lnTo>
                      <a:pt x="3952016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04091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21035779" cy="2057400"/>
              <a:chOff x="0" y="0"/>
              <a:chExt cx="4155216" cy="4064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15521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155216">
                    <a:moveTo>
                      <a:pt x="395201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952016" y="406400"/>
                    </a:lnTo>
                    <a:lnTo>
                      <a:pt x="4155216" y="203200"/>
                    </a:lnTo>
                    <a:lnTo>
                      <a:pt x="3952016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404091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5973" y="1319219"/>
            <a:ext cx="13893553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Pruebas comparativas (Aciertos)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31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380090" y="183641"/>
            <a:ext cx="967025" cy="1349337"/>
          </a:xfrm>
          <a:custGeom>
            <a:avLst/>
            <a:gdLst/>
            <a:ahLst/>
            <a:cxnLst/>
            <a:rect r="r" b="b" t="t" l="l"/>
            <a:pathLst>
              <a:path h="1349337" w="967025">
                <a:moveTo>
                  <a:pt x="0" y="0"/>
                </a:moveTo>
                <a:lnTo>
                  <a:pt x="967025" y="0"/>
                </a:lnTo>
                <a:lnTo>
                  <a:pt x="967025" y="1349338"/>
                </a:lnTo>
                <a:lnTo>
                  <a:pt x="0" y="1349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715495" y="101343"/>
            <a:ext cx="967025" cy="1513934"/>
          </a:xfrm>
          <a:custGeom>
            <a:avLst/>
            <a:gdLst/>
            <a:ahLst/>
            <a:cxnLst/>
            <a:rect r="r" b="b" t="t" l="l"/>
            <a:pathLst>
              <a:path h="1513934" w="967025">
                <a:moveTo>
                  <a:pt x="0" y="0"/>
                </a:moveTo>
                <a:lnTo>
                  <a:pt x="967025" y="0"/>
                </a:lnTo>
                <a:lnTo>
                  <a:pt x="967025" y="1513934"/>
                </a:lnTo>
                <a:lnTo>
                  <a:pt x="0" y="1513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347288" y="1904846"/>
            <a:ext cx="11660446" cy="8762061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386660" y="1028700"/>
            <a:ext cx="16091312" cy="1695450"/>
            <a:chOff x="0" y="0"/>
            <a:chExt cx="21455083" cy="2260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19304" y="203200"/>
              <a:ext cx="21035779" cy="2057400"/>
              <a:chOff x="0" y="0"/>
              <a:chExt cx="4155216" cy="406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15521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155216">
                    <a:moveTo>
                      <a:pt x="395201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952016" y="406400"/>
                    </a:lnTo>
                    <a:lnTo>
                      <a:pt x="4155216" y="203200"/>
                    </a:lnTo>
                    <a:lnTo>
                      <a:pt x="3952016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04091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1035779" cy="2057400"/>
              <a:chOff x="0" y="0"/>
              <a:chExt cx="4155216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155216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155216">
                    <a:moveTo>
                      <a:pt x="3952016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952016" y="406400"/>
                    </a:lnTo>
                    <a:lnTo>
                      <a:pt x="4155216" y="203200"/>
                    </a:lnTo>
                    <a:lnTo>
                      <a:pt x="3952016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040916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973" y="1319219"/>
            <a:ext cx="13893553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Pruebas comparativas (Tiempos)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64716">
            <a:off x="14343963" y="3122873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15796">
            <a:off x="14089735" y="5006582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900"/>
                </a:lnTo>
                <a:lnTo>
                  <a:pt x="0" y="220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285658">
            <a:off x="13843426" y="6992393"/>
            <a:ext cx="2324531" cy="2324531"/>
          </a:xfrm>
          <a:custGeom>
            <a:avLst/>
            <a:gdLst/>
            <a:ahLst/>
            <a:cxnLst/>
            <a:rect r="r" b="b" t="t" l="l"/>
            <a:pathLst>
              <a:path h="2324531" w="2324531">
                <a:moveTo>
                  <a:pt x="0" y="0"/>
                </a:moveTo>
                <a:lnTo>
                  <a:pt x="2324531" y="0"/>
                </a:lnTo>
                <a:lnTo>
                  <a:pt x="2324531" y="2324531"/>
                </a:lnTo>
                <a:lnTo>
                  <a:pt x="0" y="232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64716">
            <a:off x="978040" y="3145451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15796">
            <a:off x="723812" y="5029160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899"/>
                </a:lnTo>
                <a:lnTo>
                  <a:pt x="0" y="2208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285658">
            <a:off x="477503" y="7014971"/>
            <a:ext cx="2324531" cy="2324531"/>
          </a:xfrm>
          <a:custGeom>
            <a:avLst/>
            <a:gdLst/>
            <a:ahLst/>
            <a:cxnLst/>
            <a:rect r="r" b="b" t="t" l="l"/>
            <a:pathLst>
              <a:path h="2324531" w="2324531">
                <a:moveTo>
                  <a:pt x="0" y="0"/>
                </a:moveTo>
                <a:lnTo>
                  <a:pt x="2324531" y="0"/>
                </a:lnTo>
                <a:lnTo>
                  <a:pt x="2324531" y="2324531"/>
                </a:lnTo>
                <a:lnTo>
                  <a:pt x="0" y="232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32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417523" y="182303"/>
            <a:ext cx="951303" cy="1327400"/>
          </a:xfrm>
          <a:custGeom>
            <a:avLst/>
            <a:gdLst/>
            <a:ahLst/>
            <a:cxnLst/>
            <a:rect r="r" b="b" t="t" l="l"/>
            <a:pathLst>
              <a:path h="1327400" w="951303">
                <a:moveTo>
                  <a:pt x="0" y="0"/>
                </a:moveTo>
                <a:lnTo>
                  <a:pt x="951303" y="0"/>
                </a:lnTo>
                <a:lnTo>
                  <a:pt x="951303" y="1327400"/>
                </a:lnTo>
                <a:lnTo>
                  <a:pt x="0" y="1327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731217" y="101343"/>
            <a:ext cx="951303" cy="1489320"/>
          </a:xfrm>
          <a:custGeom>
            <a:avLst/>
            <a:gdLst/>
            <a:ahLst/>
            <a:cxnLst/>
            <a:rect r="r" b="b" t="t" l="l"/>
            <a:pathLst>
              <a:path h="1489320" w="951303">
                <a:moveTo>
                  <a:pt x="0" y="0"/>
                </a:moveTo>
                <a:lnTo>
                  <a:pt x="951303" y="0"/>
                </a:lnTo>
                <a:lnTo>
                  <a:pt x="951303" y="1489320"/>
                </a:lnTo>
                <a:lnTo>
                  <a:pt x="0" y="1489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628381" y="2199564"/>
            <a:ext cx="9952636" cy="8481722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-386660" y="1028700"/>
            <a:ext cx="16548956" cy="1695450"/>
            <a:chOff x="0" y="0"/>
            <a:chExt cx="22065275" cy="2260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431229" y="203200"/>
              <a:ext cx="21634045" cy="2057400"/>
              <a:chOff x="0" y="0"/>
              <a:chExt cx="4273392" cy="4064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27339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73392">
                    <a:moveTo>
                      <a:pt x="407019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070192" y="406400"/>
                    </a:lnTo>
                    <a:lnTo>
                      <a:pt x="4273392" y="203200"/>
                    </a:lnTo>
                    <a:lnTo>
                      <a:pt x="4070192" y="0"/>
                    </a:lnTo>
                    <a:close/>
                  </a:path>
                </a:pathLst>
              </a:custGeom>
              <a:solidFill>
                <a:srgbClr val="FFDE59">
                  <a:alpha val="41961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15909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1634045" cy="2057400"/>
              <a:chOff x="0" y="0"/>
              <a:chExt cx="4273392" cy="4064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27339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273392">
                    <a:moveTo>
                      <a:pt x="407019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070192" y="406400"/>
                    </a:lnTo>
                    <a:lnTo>
                      <a:pt x="4273392" y="203200"/>
                    </a:lnTo>
                    <a:lnTo>
                      <a:pt x="4070192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15909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-539060" y="0"/>
            <a:ext cx="9363919" cy="1695450"/>
            <a:chOff x="0" y="0"/>
            <a:chExt cx="12485225" cy="2260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355531" cy="2057400"/>
              <a:chOff x="0" y="0"/>
              <a:chExt cx="2440599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9694" y="203200"/>
              <a:ext cx="12355531" cy="2057400"/>
              <a:chOff x="0" y="0"/>
              <a:chExt cx="2440599" cy="406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44059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440599">
                    <a:moveTo>
                      <a:pt x="223739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237399" y="406400"/>
                    </a:lnTo>
                    <a:lnTo>
                      <a:pt x="2440599" y="203200"/>
                    </a:lnTo>
                    <a:lnTo>
                      <a:pt x="223739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32629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875973" y="-80969"/>
            <a:ext cx="7138337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RESULTADOS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5973" y="1319219"/>
            <a:ext cx="14390992" cy="1193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Pruebas comparativas (Precisión)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64716">
            <a:off x="14343963" y="3122873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15796">
            <a:off x="14089735" y="5006582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900"/>
                </a:lnTo>
                <a:lnTo>
                  <a:pt x="0" y="220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285658">
            <a:off x="13843426" y="6992393"/>
            <a:ext cx="2324531" cy="2324531"/>
          </a:xfrm>
          <a:custGeom>
            <a:avLst/>
            <a:gdLst/>
            <a:ahLst/>
            <a:cxnLst/>
            <a:rect r="r" b="b" t="t" l="l"/>
            <a:pathLst>
              <a:path h="2324531" w="2324531">
                <a:moveTo>
                  <a:pt x="0" y="0"/>
                </a:moveTo>
                <a:lnTo>
                  <a:pt x="2324531" y="0"/>
                </a:lnTo>
                <a:lnTo>
                  <a:pt x="2324531" y="2324531"/>
                </a:lnTo>
                <a:lnTo>
                  <a:pt x="0" y="232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64716">
            <a:off x="1468967" y="3225529"/>
            <a:ext cx="2147119" cy="2147119"/>
          </a:xfrm>
          <a:custGeom>
            <a:avLst/>
            <a:gdLst/>
            <a:ahLst/>
            <a:cxnLst/>
            <a:rect r="r" b="b" t="t" l="l"/>
            <a:pathLst>
              <a:path h="2147119" w="2147119">
                <a:moveTo>
                  <a:pt x="0" y="0"/>
                </a:moveTo>
                <a:lnTo>
                  <a:pt x="2147119" y="0"/>
                </a:lnTo>
                <a:lnTo>
                  <a:pt x="2147119" y="2147119"/>
                </a:lnTo>
                <a:lnTo>
                  <a:pt x="0" y="214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15796">
            <a:off x="1214739" y="5109238"/>
            <a:ext cx="2208900" cy="2208900"/>
          </a:xfrm>
          <a:custGeom>
            <a:avLst/>
            <a:gdLst/>
            <a:ahLst/>
            <a:cxnLst/>
            <a:rect r="r" b="b" t="t" l="l"/>
            <a:pathLst>
              <a:path h="2208900" w="2208900">
                <a:moveTo>
                  <a:pt x="0" y="0"/>
                </a:moveTo>
                <a:lnTo>
                  <a:pt x="2208900" y="0"/>
                </a:lnTo>
                <a:lnTo>
                  <a:pt x="2208900" y="2208900"/>
                </a:lnTo>
                <a:lnTo>
                  <a:pt x="0" y="220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285658">
            <a:off x="968430" y="7095049"/>
            <a:ext cx="2324531" cy="2324531"/>
          </a:xfrm>
          <a:custGeom>
            <a:avLst/>
            <a:gdLst/>
            <a:ahLst/>
            <a:cxnLst/>
            <a:rect r="r" b="b" t="t" l="l"/>
            <a:pathLst>
              <a:path h="2324531" w="2324531">
                <a:moveTo>
                  <a:pt x="0" y="0"/>
                </a:moveTo>
                <a:lnTo>
                  <a:pt x="2324531" y="0"/>
                </a:lnTo>
                <a:lnTo>
                  <a:pt x="2324531" y="2324531"/>
                </a:lnTo>
                <a:lnTo>
                  <a:pt x="0" y="2324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33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565855" y="177001"/>
            <a:ext cx="889003" cy="1240470"/>
          </a:xfrm>
          <a:custGeom>
            <a:avLst/>
            <a:gdLst/>
            <a:ahLst/>
            <a:cxnLst/>
            <a:rect r="r" b="b" t="t" l="l"/>
            <a:pathLst>
              <a:path h="1240470" w="889003">
                <a:moveTo>
                  <a:pt x="0" y="0"/>
                </a:moveTo>
                <a:lnTo>
                  <a:pt x="889003" y="0"/>
                </a:lnTo>
                <a:lnTo>
                  <a:pt x="889003" y="1240470"/>
                </a:lnTo>
                <a:lnTo>
                  <a:pt x="0" y="12404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793517" y="101343"/>
            <a:ext cx="889003" cy="1391786"/>
          </a:xfrm>
          <a:custGeom>
            <a:avLst/>
            <a:gdLst/>
            <a:ahLst/>
            <a:cxnLst/>
            <a:rect r="r" b="b" t="t" l="l"/>
            <a:pathLst>
              <a:path h="1391786" w="889003">
                <a:moveTo>
                  <a:pt x="0" y="0"/>
                </a:moveTo>
                <a:lnTo>
                  <a:pt x="889003" y="0"/>
                </a:lnTo>
                <a:lnTo>
                  <a:pt x="889003" y="1391786"/>
                </a:lnTo>
                <a:lnTo>
                  <a:pt x="0" y="13917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060" y="0"/>
            <a:ext cx="10776645" cy="1695450"/>
            <a:chOff x="0" y="0"/>
            <a:chExt cx="14368860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219599" cy="2057400"/>
              <a:chOff x="0" y="0"/>
              <a:chExt cx="2808810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8088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08810">
                    <a:moveTo>
                      <a:pt x="260561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05610" y="406400"/>
                    </a:lnTo>
                    <a:lnTo>
                      <a:pt x="2808810" y="203200"/>
                    </a:lnTo>
                    <a:lnTo>
                      <a:pt x="2605610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269451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49261" y="203200"/>
              <a:ext cx="14219599" cy="2057400"/>
              <a:chOff x="0" y="0"/>
              <a:chExt cx="2808810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80881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808810">
                    <a:moveTo>
                      <a:pt x="2605610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2605610" y="406400"/>
                    </a:lnTo>
                    <a:lnTo>
                      <a:pt x="2808810" y="203200"/>
                    </a:lnTo>
                    <a:lnTo>
                      <a:pt x="2605610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269451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3125048" y="1969837"/>
            <a:ext cx="1757974" cy="175797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268028" y="1969837"/>
            <a:ext cx="1472012" cy="1466850"/>
          </a:xfrm>
          <a:custGeom>
            <a:avLst/>
            <a:gdLst/>
            <a:ahLst/>
            <a:cxnLst/>
            <a:rect r="r" b="b" t="t" l="l"/>
            <a:pathLst>
              <a:path h="1466850" w="1472012">
                <a:moveTo>
                  <a:pt x="0" y="0"/>
                </a:moveTo>
                <a:lnTo>
                  <a:pt x="1472013" y="0"/>
                </a:lnTo>
                <a:lnTo>
                  <a:pt x="1472013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13129956" y="1824275"/>
            <a:ext cx="1757974" cy="175797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10800000">
            <a:off x="13272937" y="2115399"/>
            <a:ext cx="1472012" cy="1466850"/>
          </a:xfrm>
          <a:custGeom>
            <a:avLst/>
            <a:gdLst/>
            <a:ahLst/>
            <a:cxnLst/>
            <a:rect r="r" b="b" t="t" l="l"/>
            <a:pathLst>
              <a:path h="1466850" w="1472012">
                <a:moveTo>
                  <a:pt x="0" y="0"/>
                </a:moveTo>
                <a:lnTo>
                  <a:pt x="1472012" y="0"/>
                </a:lnTo>
                <a:lnTo>
                  <a:pt x="1472012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9144000" y="1824275"/>
            <a:ext cx="0" cy="7829281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8" id="18"/>
          <p:cNvSpPr txBox="true"/>
          <p:nvPr/>
        </p:nvSpPr>
        <p:spPr>
          <a:xfrm rot="0">
            <a:off x="875973" y="-80969"/>
            <a:ext cx="8580909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CONCLUSIONES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5169" y="3218224"/>
            <a:ext cx="8701843" cy="561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Prototipo v</a:t>
            </a: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iable para usar en algunas condiciones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Sistema portátil escalable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Posibles mejoras para aumentar la viabilidad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Variedad del dataset frente a cantidad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31260" y="3927836"/>
            <a:ext cx="8701843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Menor rendimiento que los agentes caninos</a:t>
            </a:r>
          </a:p>
          <a:p>
            <a:pPr algn="l" marL="863596" indent="-431798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Inviable con mucho viento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34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9060" y="0"/>
            <a:ext cx="12905682" cy="1695450"/>
            <a:chOff x="0" y="0"/>
            <a:chExt cx="17207576" cy="2260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7028828" cy="2057400"/>
              <a:chOff x="0" y="0"/>
              <a:chExt cx="3363719" cy="4064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36371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3719">
                    <a:moveTo>
                      <a:pt x="316051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160519" y="406400"/>
                    </a:lnTo>
                    <a:lnTo>
                      <a:pt x="3363719" y="203200"/>
                    </a:lnTo>
                    <a:lnTo>
                      <a:pt x="3160519" y="0"/>
                    </a:lnTo>
                    <a:close/>
                  </a:path>
                </a:pathLst>
              </a:custGeom>
              <a:solidFill>
                <a:srgbClr val="183B4E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324941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8749" y="203200"/>
              <a:ext cx="17028828" cy="2057400"/>
              <a:chOff x="0" y="0"/>
              <a:chExt cx="3363719" cy="4064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36371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3363719">
                    <a:moveTo>
                      <a:pt x="3160519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3160519" y="406400"/>
                    </a:lnTo>
                    <a:lnTo>
                      <a:pt x="3363719" y="203200"/>
                    </a:lnTo>
                    <a:lnTo>
                      <a:pt x="3160519" y="0"/>
                    </a:lnTo>
                    <a:close/>
                  </a:path>
                </a:pathLst>
              </a:custGeom>
              <a:solidFill>
                <a:srgbClr val="183B4E">
                  <a:alpha val="10980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249419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AutoShape 9" id="9"/>
          <p:cNvSpPr/>
          <p:nvPr/>
        </p:nvSpPr>
        <p:spPr>
          <a:xfrm>
            <a:off x="9144000" y="1824275"/>
            <a:ext cx="0" cy="7829281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flipH="true">
            <a:off x="1028700" y="5670785"/>
            <a:ext cx="16230600" cy="0"/>
          </a:xfrm>
          <a:prstGeom prst="line">
            <a:avLst/>
          </a:prstGeom>
          <a:ln cap="flat" w="152400">
            <a:solidFill>
              <a:srgbClr val="183B4E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121518" y="2343349"/>
            <a:ext cx="2063737" cy="2603338"/>
          </a:xfrm>
          <a:custGeom>
            <a:avLst/>
            <a:gdLst/>
            <a:ahLst/>
            <a:cxnLst/>
            <a:rect r="r" b="b" t="t" l="l"/>
            <a:pathLst>
              <a:path h="2603338" w="2063737">
                <a:moveTo>
                  <a:pt x="0" y="0"/>
                </a:moveTo>
                <a:lnTo>
                  <a:pt x="2063737" y="0"/>
                </a:lnTo>
                <a:lnTo>
                  <a:pt x="2063737" y="2603337"/>
                </a:lnTo>
                <a:lnTo>
                  <a:pt x="0" y="2603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76734" y="2343349"/>
            <a:ext cx="2470804" cy="2603338"/>
          </a:xfrm>
          <a:custGeom>
            <a:avLst/>
            <a:gdLst/>
            <a:ahLst/>
            <a:cxnLst/>
            <a:rect r="r" b="b" t="t" l="l"/>
            <a:pathLst>
              <a:path h="2603338" w="2470804">
                <a:moveTo>
                  <a:pt x="0" y="0"/>
                </a:moveTo>
                <a:lnTo>
                  <a:pt x="2470804" y="0"/>
                </a:lnTo>
                <a:lnTo>
                  <a:pt x="2470804" y="2603337"/>
                </a:lnTo>
                <a:lnTo>
                  <a:pt x="0" y="2603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13781" y="6089869"/>
            <a:ext cx="2886127" cy="2886127"/>
          </a:xfrm>
          <a:custGeom>
            <a:avLst/>
            <a:gdLst/>
            <a:ahLst/>
            <a:cxnLst/>
            <a:rect r="r" b="b" t="t" l="l"/>
            <a:pathLst>
              <a:path h="2886127" w="2886127">
                <a:moveTo>
                  <a:pt x="0" y="0"/>
                </a:moveTo>
                <a:lnTo>
                  <a:pt x="2886126" y="0"/>
                </a:lnTo>
                <a:lnTo>
                  <a:pt x="2886126" y="2886127"/>
                </a:lnTo>
                <a:lnTo>
                  <a:pt x="0" y="2886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840003" y="6089869"/>
            <a:ext cx="2765381" cy="2880606"/>
          </a:xfrm>
          <a:custGeom>
            <a:avLst/>
            <a:gdLst/>
            <a:ahLst/>
            <a:cxnLst/>
            <a:rect r="r" b="b" t="t" l="l"/>
            <a:pathLst>
              <a:path h="2880606" w="2765381">
                <a:moveTo>
                  <a:pt x="0" y="0"/>
                </a:moveTo>
                <a:lnTo>
                  <a:pt x="2765381" y="0"/>
                </a:lnTo>
                <a:lnTo>
                  <a:pt x="2765381" y="2880606"/>
                </a:lnTo>
                <a:lnTo>
                  <a:pt x="0" y="2880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75973" y="-80969"/>
            <a:ext cx="10938768" cy="153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  <a:spcBef>
                <a:spcPct val="0"/>
              </a:spcBef>
            </a:pPr>
            <a:r>
              <a:rPr lang="en-US" b="true" sz="8999">
                <a:solidFill>
                  <a:srgbClr val="FFFFFF"/>
                </a:solidFill>
                <a:latin typeface="Exo 2 Bold"/>
                <a:ea typeface="Exo 2 Bold"/>
                <a:cs typeface="Exo 2 Bold"/>
                <a:sym typeface="Exo 2 Bold"/>
              </a:rPr>
              <a:t>FUTURAS MEJORAS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5493" y="2753448"/>
            <a:ext cx="4338288" cy="167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6"/>
              </a:lnSpc>
              <a:spcBef>
                <a:spcPct val="0"/>
              </a:spcBef>
            </a:pPr>
            <a:r>
              <a:rPr lang="en-US" b="true" sz="47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Mejora del dataset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01715" y="2329585"/>
            <a:ext cx="4338288" cy="2526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6"/>
              </a:lnSpc>
              <a:spcBef>
                <a:spcPct val="0"/>
              </a:spcBef>
            </a:pPr>
            <a:r>
              <a:rPr lang="en-US" b="true" sz="47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Desarrollo de nuevos modelos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6210" y="6984844"/>
            <a:ext cx="4477571" cy="167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6"/>
              </a:lnSpc>
              <a:spcBef>
                <a:spcPct val="0"/>
              </a:spcBef>
            </a:pPr>
            <a:r>
              <a:rPr lang="en-US" b="true" sz="47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Especialización de modelos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5597" y="5790877"/>
            <a:ext cx="4338288" cy="337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6"/>
              </a:lnSpc>
              <a:spcBef>
                <a:spcPct val="0"/>
              </a:spcBef>
            </a:pPr>
            <a:r>
              <a:rPr lang="en-US" b="true" sz="4797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Cambiar terminal en la interfaz de usuario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35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57262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36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738959" y="7715250"/>
            <a:ext cx="15345812" cy="3086100"/>
            <a:chOff x="0" y="0"/>
            <a:chExt cx="404169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1696" cy="812800"/>
            </a:xfrm>
            <a:custGeom>
              <a:avLst/>
              <a:gdLst/>
              <a:ahLst/>
              <a:cxnLst/>
              <a:rect r="r" b="b" t="t" l="l"/>
              <a:pathLst>
                <a:path h="812800" w="4041696">
                  <a:moveTo>
                    <a:pt x="25729" y="0"/>
                  </a:moveTo>
                  <a:lnTo>
                    <a:pt x="4015966" y="0"/>
                  </a:lnTo>
                  <a:cubicBezTo>
                    <a:pt x="4030176" y="0"/>
                    <a:pt x="4041696" y="11519"/>
                    <a:pt x="4041696" y="25729"/>
                  </a:cubicBezTo>
                  <a:lnTo>
                    <a:pt x="4041696" y="787071"/>
                  </a:lnTo>
                  <a:cubicBezTo>
                    <a:pt x="4041696" y="801281"/>
                    <a:pt x="4030176" y="812800"/>
                    <a:pt x="4015966" y="812800"/>
                  </a:cubicBezTo>
                  <a:lnTo>
                    <a:pt x="25729" y="812800"/>
                  </a:lnTo>
                  <a:cubicBezTo>
                    <a:pt x="11519" y="812800"/>
                    <a:pt x="0" y="801281"/>
                    <a:pt x="0" y="787071"/>
                  </a:cubicBezTo>
                  <a:lnTo>
                    <a:pt x="0" y="25729"/>
                  </a:lnTo>
                  <a:cubicBezTo>
                    <a:pt x="0" y="11519"/>
                    <a:pt x="11519" y="0"/>
                    <a:pt x="25729" y="0"/>
                  </a:cubicBezTo>
                  <a:close/>
                </a:path>
              </a:pathLst>
            </a:custGeom>
            <a:solidFill>
              <a:srgbClr val="183B4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416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82469" y="600075"/>
            <a:ext cx="12018989" cy="380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4"/>
              </a:lnSpc>
            </a:pPr>
            <a:r>
              <a:rPr lang="en-US" b="true" sz="22196">
                <a:solidFill>
                  <a:srgbClr val="183B4E"/>
                </a:solidFill>
                <a:latin typeface="Exo 2 Bold"/>
                <a:ea typeface="Exo 2 Bold"/>
                <a:cs typeface="Exo 2 Bold"/>
                <a:sym typeface="Exo 2 Bold"/>
              </a:rPr>
              <a:t>FIN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663" y="7958722"/>
            <a:ext cx="14166901" cy="81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e-mail estudiante: </a:t>
            </a:r>
            <a:r>
              <a:rPr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rmartinrw@alumnos.unex.es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6663" y="8809673"/>
            <a:ext cx="14166901" cy="81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e-mail contacto: </a:t>
            </a:r>
            <a:r>
              <a:rPr lang="en-US" sz="4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rletemartinr@gmail.com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95156">
            <a:off x="12238857" y="722691"/>
            <a:ext cx="3959989" cy="3959989"/>
          </a:xfrm>
          <a:custGeom>
            <a:avLst/>
            <a:gdLst/>
            <a:ahLst/>
            <a:cxnLst/>
            <a:rect r="r" b="b" t="t" l="l"/>
            <a:pathLst>
              <a:path h="3959989" w="3959989">
                <a:moveTo>
                  <a:pt x="0" y="0"/>
                </a:moveTo>
                <a:lnTo>
                  <a:pt x="3959989" y="0"/>
                </a:lnTo>
                <a:lnTo>
                  <a:pt x="3959989" y="3959989"/>
                </a:lnTo>
                <a:lnTo>
                  <a:pt x="0" y="3959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95156">
            <a:off x="12390784" y="3743023"/>
            <a:ext cx="3959989" cy="3959989"/>
          </a:xfrm>
          <a:custGeom>
            <a:avLst/>
            <a:gdLst/>
            <a:ahLst/>
            <a:cxnLst/>
            <a:rect r="r" b="b" t="t" l="l"/>
            <a:pathLst>
              <a:path h="3959989" w="3959989">
                <a:moveTo>
                  <a:pt x="0" y="0"/>
                </a:moveTo>
                <a:lnTo>
                  <a:pt x="3959989" y="0"/>
                </a:lnTo>
                <a:lnTo>
                  <a:pt x="3959989" y="3959989"/>
                </a:lnTo>
                <a:lnTo>
                  <a:pt x="0" y="3959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700000">
            <a:off x="727717" y="1108268"/>
            <a:ext cx="4375045" cy="4375045"/>
          </a:xfrm>
          <a:custGeom>
            <a:avLst/>
            <a:gdLst/>
            <a:ahLst/>
            <a:cxnLst/>
            <a:rect r="r" b="b" t="t" l="l"/>
            <a:pathLst>
              <a:path h="4375045" w="4375045">
                <a:moveTo>
                  <a:pt x="0" y="0"/>
                </a:moveTo>
                <a:lnTo>
                  <a:pt x="4375045" y="0"/>
                </a:lnTo>
                <a:lnTo>
                  <a:pt x="4375045" y="4375045"/>
                </a:lnTo>
                <a:lnTo>
                  <a:pt x="0" y="4375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61822" y="202166"/>
            <a:ext cx="1184698" cy="1653067"/>
          </a:xfrm>
          <a:custGeom>
            <a:avLst/>
            <a:gdLst/>
            <a:ahLst/>
            <a:cxnLst/>
            <a:rect r="r" b="b" t="t" l="l"/>
            <a:pathLst>
              <a:path h="1653067" w="1184698">
                <a:moveTo>
                  <a:pt x="0" y="0"/>
                </a:moveTo>
                <a:lnTo>
                  <a:pt x="1184698" y="0"/>
                </a:lnTo>
                <a:lnTo>
                  <a:pt x="1184698" y="1653068"/>
                </a:lnTo>
                <a:lnTo>
                  <a:pt x="0" y="1653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97822" y="101343"/>
            <a:ext cx="1184698" cy="1854714"/>
          </a:xfrm>
          <a:custGeom>
            <a:avLst/>
            <a:gdLst/>
            <a:ahLst/>
            <a:cxnLst/>
            <a:rect r="r" b="b" t="t" l="l"/>
            <a:pathLst>
              <a:path h="1854714" w="1184698">
                <a:moveTo>
                  <a:pt x="0" y="0"/>
                </a:moveTo>
                <a:lnTo>
                  <a:pt x="1184698" y="0"/>
                </a:lnTo>
                <a:lnTo>
                  <a:pt x="1184698" y="1854714"/>
                </a:lnTo>
                <a:lnTo>
                  <a:pt x="0" y="1854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57151" y="4645495"/>
            <a:ext cx="5869624" cy="165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b="true" sz="4800">
                <a:solidFill>
                  <a:srgbClr val="183B4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¡MUCHAS 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DAHAqD027MQ</dc:identifier>
  <dcterms:modified xsi:type="dcterms:W3CDTF">2011-08-01T06:04:30Z</dcterms:modified>
  <cp:revision>1</cp:revision>
  <dc:title>ESTUDIO DE VIABILIDAD DE UNA NARIZ ELECTRÓNICA COMO HERRAMIENTA DE APOYO PARA AGENTES CANINOS</dc:title>
</cp:coreProperties>
</file>